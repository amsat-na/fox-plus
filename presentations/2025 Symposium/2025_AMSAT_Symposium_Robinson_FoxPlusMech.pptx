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</p:sldMasterIdLst>
  <p:notesMasterIdLst>
    <p:notesMasterId r:id="rId17"/>
  </p:notesMasterIdLst>
  <p:sldIdLst>
    <p:sldId id="265" r:id="rId3"/>
    <p:sldId id="291" r:id="rId4"/>
    <p:sldId id="306" r:id="rId5"/>
    <p:sldId id="307" r:id="rId6"/>
    <p:sldId id="309" r:id="rId7"/>
    <p:sldId id="302" r:id="rId8"/>
    <p:sldId id="313" r:id="rId9"/>
    <p:sldId id="303" r:id="rId10"/>
    <p:sldId id="317" r:id="rId11"/>
    <p:sldId id="319" r:id="rId12"/>
    <p:sldId id="316" r:id="rId13"/>
    <p:sldId id="315" r:id="rId14"/>
    <p:sldId id="314" r:id="rId15"/>
    <p:sldId id="31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55009"/>
    <a:srgbClr val="FD6800"/>
    <a:srgbClr val="FC6803"/>
    <a:srgbClr val="6767B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DCD00B-0CA5-416A-BD8B-138A5214DB3E}" v="2" dt="2025-10-17T03:12:25.59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79" autoAdjust="0"/>
    <p:restoredTop sz="94660"/>
  </p:normalViewPr>
  <p:slideViewPr>
    <p:cSldViewPr snapToGrid="0">
      <p:cViewPr varScale="1">
        <p:scale>
          <a:sx n="88" d="100"/>
          <a:sy n="88" d="100"/>
        </p:scale>
        <p:origin x="1212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microsoft.com/office/2015/10/relationships/revisionInfo" Target="revisionInfo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w Robinson" userId="8ee4f8e14daede1d" providerId="LiveId" clId="{BC6B99FC-134E-4D1F-A750-AFAFA82911D9}"/>
    <pc:docChg chg="undo custSel delSld modSld">
      <pc:chgData name="Andrew Robinson" userId="8ee4f8e14daede1d" providerId="LiveId" clId="{BC6B99FC-134E-4D1F-A750-AFAFA82911D9}" dt="2025-10-17T03:14:09.120" v="24" actId="108"/>
      <pc:docMkLst>
        <pc:docMk/>
      </pc:docMkLst>
      <pc:sldChg chg="del">
        <pc:chgData name="Andrew Robinson" userId="8ee4f8e14daede1d" providerId="LiveId" clId="{BC6B99FC-134E-4D1F-A750-AFAFA82911D9}" dt="2025-10-17T03:11:09.773" v="0" actId="47"/>
        <pc:sldMkLst>
          <pc:docMk/>
          <pc:sldMk cId="2129208351" sldId="256"/>
        </pc:sldMkLst>
      </pc:sldChg>
      <pc:sldChg chg="del">
        <pc:chgData name="Andrew Robinson" userId="8ee4f8e14daede1d" providerId="LiveId" clId="{BC6B99FC-134E-4D1F-A750-AFAFA82911D9}" dt="2025-10-17T03:11:09.773" v="0" actId="47"/>
        <pc:sldMkLst>
          <pc:docMk/>
          <pc:sldMk cId="2997400214" sldId="257"/>
        </pc:sldMkLst>
      </pc:sldChg>
      <pc:sldChg chg="del">
        <pc:chgData name="Andrew Robinson" userId="8ee4f8e14daede1d" providerId="LiveId" clId="{BC6B99FC-134E-4D1F-A750-AFAFA82911D9}" dt="2025-10-17T03:11:09.773" v="0" actId="47"/>
        <pc:sldMkLst>
          <pc:docMk/>
          <pc:sldMk cId="3298643812" sldId="258"/>
        </pc:sldMkLst>
      </pc:sldChg>
      <pc:sldChg chg="del">
        <pc:chgData name="Andrew Robinson" userId="8ee4f8e14daede1d" providerId="LiveId" clId="{BC6B99FC-134E-4D1F-A750-AFAFA82911D9}" dt="2025-10-17T03:11:09.773" v="0" actId="47"/>
        <pc:sldMkLst>
          <pc:docMk/>
          <pc:sldMk cId="1099852279" sldId="259"/>
        </pc:sldMkLst>
      </pc:sldChg>
      <pc:sldChg chg="del">
        <pc:chgData name="Andrew Robinson" userId="8ee4f8e14daede1d" providerId="LiveId" clId="{BC6B99FC-134E-4D1F-A750-AFAFA82911D9}" dt="2025-10-17T03:11:09.773" v="0" actId="47"/>
        <pc:sldMkLst>
          <pc:docMk/>
          <pc:sldMk cId="3834574829" sldId="260"/>
        </pc:sldMkLst>
      </pc:sldChg>
      <pc:sldChg chg="del">
        <pc:chgData name="Andrew Robinson" userId="8ee4f8e14daede1d" providerId="LiveId" clId="{BC6B99FC-134E-4D1F-A750-AFAFA82911D9}" dt="2025-10-17T03:11:09.773" v="0" actId="47"/>
        <pc:sldMkLst>
          <pc:docMk/>
          <pc:sldMk cId="1581475532" sldId="261"/>
        </pc:sldMkLst>
      </pc:sldChg>
      <pc:sldChg chg="del">
        <pc:chgData name="Andrew Robinson" userId="8ee4f8e14daede1d" providerId="LiveId" clId="{BC6B99FC-134E-4D1F-A750-AFAFA82911D9}" dt="2025-10-17T03:11:09.773" v="0" actId="47"/>
        <pc:sldMkLst>
          <pc:docMk/>
          <pc:sldMk cId="3827546767" sldId="263"/>
        </pc:sldMkLst>
      </pc:sldChg>
      <pc:sldChg chg="del">
        <pc:chgData name="Andrew Robinson" userId="8ee4f8e14daede1d" providerId="LiveId" clId="{BC6B99FC-134E-4D1F-A750-AFAFA82911D9}" dt="2025-10-17T03:11:09.773" v="0" actId="47"/>
        <pc:sldMkLst>
          <pc:docMk/>
          <pc:sldMk cId="420061401" sldId="264"/>
        </pc:sldMkLst>
      </pc:sldChg>
      <pc:sldChg chg="delSp mod">
        <pc:chgData name="Andrew Robinson" userId="8ee4f8e14daede1d" providerId="LiveId" clId="{BC6B99FC-134E-4D1F-A750-AFAFA82911D9}" dt="2025-10-17T03:11:26.665" v="1" actId="21"/>
        <pc:sldMkLst>
          <pc:docMk/>
          <pc:sldMk cId="3653454194" sldId="265"/>
        </pc:sldMkLst>
        <pc:picChg chg="del">
          <ac:chgData name="Andrew Robinson" userId="8ee4f8e14daede1d" providerId="LiveId" clId="{BC6B99FC-134E-4D1F-A750-AFAFA82911D9}" dt="2025-10-17T03:11:26.665" v="1" actId="21"/>
          <ac:picMkLst>
            <pc:docMk/>
            <pc:sldMk cId="3653454194" sldId="265"/>
            <ac:picMk id="5" creationId="{1581E760-1D7B-6FFF-BE2E-59ABECCDEEBF}"/>
          </ac:picMkLst>
        </pc:picChg>
      </pc:sldChg>
      <pc:sldChg chg="del">
        <pc:chgData name="Andrew Robinson" userId="8ee4f8e14daede1d" providerId="LiveId" clId="{BC6B99FC-134E-4D1F-A750-AFAFA82911D9}" dt="2025-10-17T03:11:09.773" v="0" actId="47"/>
        <pc:sldMkLst>
          <pc:docMk/>
          <pc:sldMk cId="2453679131" sldId="266"/>
        </pc:sldMkLst>
      </pc:sldChg>
      <pc:sldChg chg="del">
        <pc:chgData name="Andrew Robinson" userId="8ee4f8e14daede1d" providerId="LiveId" clId="{BC6B99FC-134E-4D1F-A750-AFAFA82911D9}" dt="2025-10-17T03:11:09.773" v="0" actId="47"/>
        <pc:sldMkLst>
          <pc:docMk/>
          <pc:sldMk cId="497862581" sldId="267"/>
        </pc:sldMkLst>
      </pc:sldChg>
      <pc:sldChg chg="del">
        <pc:chgData name="Andrew Robinson" userId="8ee4f8e14daede1d" providerId="LiveId" clId="{BC6B99FC-134E-4D1F-A750-AFAFA82911D9}" dt="2025-10-17T03:11:09.773" v="0" actId="47"/>
        <pc:sldMkLst>
          <pc:docMk/>
          <pc:sldMk cId="836831640" sldId="268"/>
        </pc:sldMkLst>
      </pc:sldChg>
      <pc:sldChg chg="del">
        <pc:chgData name="Andrew Robinson" userId="8ee4f8e14daede1d" providerId="LiveId" clId="{BC6B99FC-134E-4D1F-A750-AFAFA82911D9}" dt="2025-10-17T03:11:09.773" v="0" actId="47"/>
        <pc:sldMkLst>
          <pc:docMk/>
          <pc:sldMk cId="339138903" sldId="269"/>
        </pc:sldMkLst>
      </pc:sldChg>
      <pc:sldChg chg="del">
        <pc:chgData name="Andrew Robinson" userId="8ee4f8e14daede1d" providerId="LiveId" clId="{BC6B99FC-134E-4D1F-A750-AFAFA82911D9}" dt="2025-10-17T03:11:09.773" v="0" actId="47"/>
        <pc:sldMkLst>
          <pc:docMk/>
          <pc:sldMk cId="3759242137" sldId="270"/>
        </pc:sldMkLst>
      </pc:sldChg>
      <pc:sldChg chg="del">
        <pc:chgData name="Andrew Robinson" userId="8ee4f8e14daede1d" providerId="LiveId" clId="{BC6B99FC-134E-4D1F-A750-AFAFA82911D9}" dt="2025-10-17T03:11:09.773" v="0" actId="47"/>
        <pc:sldMkLst>
          <pc:docMk/>
          <pc:sldMk cId="3300996755" sldId="271"/>
        </pc:sldMkLst>
      </pc:sldChg>
      <pc:sldChg chg="del">
        <pc:chgData name="Andrew Robinson" userId="8ee4f8e14daede1d" providerId="LiveId" clId="{BC6B99FC-134E-4D1F-A750-AFAFA82911D9}" dt="2025-10-17T03:11:09.773" v="0" actId="47"/>
        <pc:sldMkLst>
          <pc:docMk/>
          <pc:sldMk cId="2936380190" sldId="272"/>
        </pc:sldMkLst>
      </pc:sldChg>
      <pc:sldChg chg="del">
        <pc:chgData name="Andrew Robinson" userId="8ee4f8e14daede1d" providerId="LiveId" clId="{BC6B99FC-134E-4D1F-A750-AFAFA82911D9}" dt="2025-10-17T03:11:09.773" v="0" actId="47"/>
        <pc:sldMkLst>
          <pc:docMk/>
          <pc:sldMk cId="2060884713" sldId="273"/>
        </pc:sldMkLst>
      </pc:sldChg>
      <pc:sldChg chg="del">
        <pc:chgData name="Andrew Robinson" userId="8ee4f8e14daede1d" providerId="LiveId" clId="{BC6B99FC-134E-4D1F-A750-AFAFA82911D9}" dt="2025-10-17T03:11:09.773" v="0" actId="47"/>
        <pc:sldMkLst>
          <pc:docMk/>
          <pc:sldMk cId="192268825" sldId="274"/>
        </pc:sldMkLst>
      </pc:sldChg>
      <pc:sldChg chg="del">
        <pc:chgData name="Andrew Robinson" userId="8ee4f8e14daede1d" providerId="LiveId" clId="{BC6B99FC-134E-4D1F-A750-AFAFA82911D9}" dt="2025-10-17T03:11:09.773" v="0" actId="47"/>
        <pc:sldMkLst>
          <pc:docMk/>
          <pc:sldMk cId="1846655490" sldId="275"/>
        </pc:sldMkLst>
      </pc:sldChg>
      <pc:sldChg chg="del">
        <pc:chgData name="Andrew Robinson" userId="8ee4f8e14daede1d" providerId="LiveId" clId="{BC6B99FC-134E-4D1F-A750-AFAFA82911D9}" dt="2025-10-17T03:11:09.773" v="0" actId="47"/>
        <pc:sldMkLst>
          <pc:docMk/>
          <pc:sldMk cId="1943991831" sldId="276"/>
        </pc:sldMkLst>
      </pc:sldChg>
      <pc:sldChg chg="del">
        <pc:chgData name="Andrew Robinson" userId="8ee4f8e14daede1d" providerId="LiveId" clId="{BC6B99FC-134E-4D1F-A750-AFAFA82911D9}" dt="2025-10-17T03:11:09.773" v="0" actId="47"/>
        <pc:sldMkLst>
          <pc:docMk/>
          <pc:sldMk cId="3237609675" sldId="277"/>
        </pc:sldMkLst>
      </pc:sldChg>
      <pc:sldChg chg="del">
        <pc:chgData name="Andrew Robinson" userId="8ee4f8e14daede1d" providerId="LiveId" clId="{BC6B99FC-134E-4D1F-A750-AFAFA82911D9}" dt="2025-10-17T03:11:09.773" v="0" actId="47"/>
        <pc:sldMkLst>
          <pc:docMk/>
          <pc:sldMk cId="2474952515" sldId="278"/>
        </pc:sldMkLst>
      </pc:sldChg>
      <pc:sldChg chg="del">
        <pc:chgData name="Andrew Robinson" userId="8ee4f8e14daede1d" providerId="LiveId" clId="{BC6B99FC-134E-4D1F-A750-AFAFA82911D9}" dt="2025-10-17T03:11:09.773" v="0" actId="47"/>
        <pc:sldMkLst>
          <pc:docMk/>
          <pc:sldMk cId="1908061769" sldId="279"/>
        </pc:sldMkLst>
      </pc:sldChg>
      <pc:sldChg chg="del">
        <pc:chgData name="Andrew Robinson" userId="8ee4f8e14daede1d" providerId="LiveId" clId="{BC6B99FC-134E-4D1F-A750-AFAFA82911D9}" dt="2025-10-17T03:11:09.773" v="0" actId="47"/>
        <pc:sldMkLst>
          <pc:docMk/>
          <pc:sldMk cId="68520854" sldId="280"/>
        </pc:sldMkLst>
      </pc:sldChg>
      <pc:sldChg chg="del">
        <pc:chgData name="Andrew Robinson" userId="8ee4f8e14daede1d" providerId="LiveId" clId="{BC6B99FC-134E-4D1F-A750-AFAFA82911D9}" dt="2025-10-17T03:11:09.773" v="0" actId="47"/>
        <pc:sldMkLst>
          <pc:docMk/>
          <pc:sldMk cId="356104047" sldId="281"/>
        </pc:sldMkLst>
      </pc:sldChg>
      <pc:sldChg chg="del">
        <pc:chgData name="Andrew Robinson" userId="8ee4f8e14daede1d" providerId="LiveId" clId="{BC6B99FC-134E-4D1F-A750-AFAFA82911D9}" dt="2025-10-17T03:11:09.773" v="0" actId="47"/>
        <pc:sldMkLst>
          <pc:docMk/>
          <pc:sldMk cId="2693109629" sldId="282"/>
        </pc:sldMkLst>
      </pc:sldChg>
      <pc:sldChg chg="del">
        <pc:chgData name="Andrew Robinson" userId="8ee4f8e14daede1d" providerId="LiveId" clId="{BC6B99FC-134E-4D1F-A750-AFAFA82911D9}" dt="2025-10-17T03:11:09.773" v="0" actId="47"/>
        <pc:sldMkLst>
          <pc:docMk/>
          <pc:sldMk cId="0" sldId="283"/>
        </pc:sldMkLst>
      </pc:sldChg>
      <pc:sldChg chg="del">
        <pc:chgData name="Andrew Robinson" userId="8ee4f8e14daede1d" providerId="LiveId" clId="{BC6B99FC-134E-4D1F-A750-AFAFA82911D9}" dt="2025-10-17T03:11:09.773" v="0" actId="47"/>
        <pc:sldMkLst>
          <pc:docMk/>
          <pc:sldMk cId="0" sldId="284"/>
        </pc:sldMkLst>
      </pc:sldChg>
      <pc:sldChg chg="del">
        <pc:chgData name="Andrew Robinson" userId="8ee4f8e14daede1d" providerId="LiveId" clId="{BC6B99FC-134E-4D1F-A750-AFAFA82911D9}" dt="2025-10-17T03:11:09.773" v="0" actId="47"/>
        <pc:sldMkLst>
          <pc:docMk/>
          <pc:sldMk cId="4093954274" sldId="285"/>
        </pc:sldMkLst>
      </pc:sldChg>
      <pc:sldChg chg="del">
        <pc:chgData name="Andrew Robinson" userId="8ee4f8e14daede1d" providerId="LiveId" clId="{BC6B99FC-134E-4D1F-A750-AFAFA82911D9}" dt="2025-10-17T03:11:09.773" v="0" actId="47"/>
        <pc:sldMkLst>
          <pc:docMk/>
          <pc:sldMk cId="2137773086" sldId="286"/>
        </pc:sldMkLst>
      </pc:sldChg>
      <pc:sldChg chg="del">
        <pc:chgData name="Andrew Robinson" userId="8ee4f8e14daede1d" providerId="LiveId" clId="{BC6B99FC-134E-4D1F-A750-AFAFA82911D9}" dt="2025-10-17T03:11:09.773" v="0" actId="47"/>
        <pc:sldMkLst>
          <pc:docMk/>
          <pc:sldMk cId="2425365808" sldId="289"/>
        </pc:sldMkLst>
      </pc:sldChg>
      <pc:sldChg chg="del">
        <pc:chgData name="Andrew Robinson" userId="8ee4f8e14daede1d" providerId="LiveId" clId="{BC6B99FC-134E-4D1F-A750-AFAFA82911D9}" dt="2025-10-17T03:11:09.773" v="0" actId="47"/>
        <pc:sldMkLst>
          <pc:docMk/>
          <pc:sldMk cId="295066393" sldId="290"/>
        </pc:sldMkLst>
      </pc:sldChg>
      <pc:sldChg chg="addSp modSp mod">
        <pc:chgData name="Andrew Robinson" userId="8ee4f8e14daede1d" providerId="LiveId" clId="{BC6B99FC-134E-4D1F-A750-AFAFA82911D9}" dt="2025-10-17T03:14:09.120" v="24" actId="108"/>
        <pc:sldMkLst>
          <pc:docMk/>
          <pc:sldMk cId="2427006449" sldId="310"/>
        </pc:sldMkLst>
        <pc:spChg chg="mod">
          <ac:chgData name="Andrew Robinson" userId="8ee4f8e14daede1d" providerId="LiveId" clId="{BC6B99FC-134E-4D1F-A750-AFAFA82911D9}" dt="2025-10-17T03:13:06.258" v="21" actId="1076"/>
          <ac:spMkLst>
            <pc:docMk/>
            <pc:sldMk cId="2427006449" sldId="310"/>
            <ac:spMk id="3" creationId="{F75A2F63-1D56-912B-3B71-63C02A3B0BAD}"/>
          </ac:spMkLst>
        </pc:spChg>
        <pc:picChg chg="add mod modCrop">
          <ac:chgData name="Andrew Robinson" userId="8ee4f8e14daede1d" providerId="LiveId" clId="{BC6B99FC-134E-4D1F-A750-AFAFA82911D9}" dt="2025-10-17T03:14:09.120" v="24" actId="108"/>
          <ac:picMkLst>
            <pc:docMk/>
            <pc:sldMk cId="2427006449" sldId="310"/>
            <ac:picMk id="4" creationId="{D847192E-DC8E-37EB-C2C6-F0A41F40D201}"/>
          </ac:picMkLst>
        </pc:picChg>
        <pc:picChg chg="add mod">
          <ac:chgData name="Andrew Robinson" userId="8ee4f8e14daede1d" providerId="LiveId" clId="{BC6B99FC-134E-4D1F-A750-AFAFA82911D9}" dt="2025-10-17T03:13:14.207" v="23" actId="1076"/>
          <ac:picMkLst>
            <pc:docMk/>
            <pc:sldMk cId="2427006449" sldId="310"/>
            <ac:picMk id="5" creationId="{1581E760-1D7B-6FFF-BE2E-59ABECCDEEBF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9C7BBD-4D7A-4402-ABC8-4E7B613556D7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46456E-A526-4B23-AD13-204048AE0C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4958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4CEF60-BAC4-701E-93E0-FDCD6327B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>
            <a:extLst>
              <a:ext uri="{FF2B5EF4-FFF2-40B4-BE49-F238E27FC236}">
                <a16:creationId xmlns:a16="http://schemas.microsoft.com/office/drawing/2014/main" id="{55E3E4D9-1583-2600-8F0E-2F8F2B1AF5E8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ts val="25"/>
              </a:spcBef>
              <a:buClrTx/>
              <a:buFontTx/>
              <a:buNone/>
            </a:pPr>
            <a:fld id="{2E290A89-C93B-40FF-97DD-94DAF35D454A}" type="slidenum">
              <a:rPr lang="en-US" altLang="en-US" sz="1400"/>
              <a:pPr>
                <a:spcBef>
                  <a:spcPts val="25"/>
                </a:spcBef>
                <a:buClrTx/>
                <a:buFontTx/>
                <a:buNone/>
              </a:pPr>
              <a:t>3</a:t>
            </a:fld>
            <a:endParaRPr lang="en-US" altLang="en-US" sz="1400"/>
          </a:p>
        </p:txBody>
      </p:sp>
      <p:sp>
        <p:nvSpPr>
          <p:cNvPr id="41987" name="Rectangle 1">
            <a:extLst>
              <a:ext uri="{FF2B5EF4-FFF2-40B4-BE49-F238E27FC236}">
                <a16:creationId xmlns:a16="http://schemas.microsoft.com/office/drawing/2014/main" id="{97C963BE-1E18-6676-76F3-BC773E2AE10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95325"/>
            <a:ext cx="6096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988" name="Rectangle 2">
            <a:extLst>
              <a:ext uri="{FF2B5EF4-FFF2-40B4-BE49-F238E27FC236}">
                <a16:creationId xmlns:a16="http://schemas.microsoft.com/office/drawing/2014/main" id="{8FF40A48-B2E4-3942-890A-CB71FB6648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294764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3ECA55-D756-CC30-9661-0BCF392DC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>
            <a:extLst>
              <a:ext uri="{FF2B5EF4-FFF2-40B4-BE49-F238E27FC236}">
                <a16:creationId xmlns:a16="http://schemas.microsoft.com/office/drawing/2014/main" id="{DAC6886C-F850-D09D-7C24-6CC2C14B5900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ts val="25"/>
              </a:spcBef>
              <a:buClrTx/>
              <a:buFontTx/>
              <a:buNone/>
            </a:pPr>
            <a:fld id="{2E290A89-C93B-40FF-97DD-94DAF35D454A}" type="slidenum">
              <a:rPr lang="en-US" altLang="en-US" sz="1400"/>
              <a:pPr>
                <a:spcBef>
                  <a:spcPts val="25"/>
                </a:spcBef>
                <a:buClrTx/>
                <a:buFontTx/>
                <a:buNone/>
              </a:pPr>
              <a:t>4</a:t>
            </a:fld>
            <a:endParaRPr lang="en-US" altLang="en-US" sz="1400"/>
          </a:p>
        </p:txBody>
      </p:sp>
      <p:sp>
        <p:nvSpPr>
          <p:cNvPr id="41987" name="Rectangle 1">
            <a:extLst>
              <a:ext uri="{FF2B5EF4-FFF2-40B4-BE49-F238E27FC236}">
                <a16:creationId xmlns:a16="http://schemas.microsoft.com/office/drawing/2014/main" id="{CA13F21C-6CF9-30D2-D37B-A5CF18E65E5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95325"/>
            <a:ext cx="6096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988" name="Rectangle 2">
            <a:extLst>
              <a:ext uri="{FF2B5EF4-FFF2-40B4-BE49-F238E27FC236}">
                <a16:creationId xmlns:a16="http://schemas.microsoft.com/office/drawing/2014/main" id="{D09F2286-3FF0-D114-5F5D-CBEC1C5882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999890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416360-BD06-C896-5A3A-C08DC890A5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>
            <a:extLst>
              <a:ext uri="{FF2B5EF4-FFF2-40B4-BE49-F238E27FC236}">
                <a16:creationId xmlns:a16="http://schemas.microsoft.com/office/drawing/2014/main" id="{6A20D9A8-8026-401E-0A57-14E6ADF9535B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ts val="25"/>
              </a:spcBef>
              <a:buClrTx/>
              <a:buFontTx/>
              <a:buNone/>
            </a:pPr>
            <a:fld id="{2E290A89-C93B-40FF-97DD-94DAF35D454A}" type="slidenum">
              <a:rPr lang="en-US" altLang="en-US" sz="1400"/>
              <a:pPr>
                <a:spcBef>
                  <a:spcPts val="25"/>
                </a:spcBef>
                <a:buClrTx/>
                <a:buFontTx/>
                <a:buNone/>
              </a:pPr>
              <a:t>5</a:t>
            </a:fld>
            <a:endParaRPr lang="en-US" altLang="en-US" sz="1400"/>
          </a:p>
        </p:txBody>
      </p:sp>
      <p:sp>
        <p:nvSpPr>
          <p:cNvPr id="41987" name="Rectangle 1">
            <a:extLst>
              <a:ext uri="{FF2B5EF4-FFF2-40B4-BE49-F238E27FC236}">
                <a16:creationId xmlns:a16="http://schemas.microsoft.com/office/drawing/2014/main" id="{4AC6DDC0-2393-BD8A-D2B7-4820F1D5F43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95325"/>
            <a:ext cx="6096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988" name="Rectangle 2">
            <a:extLst>
              <a:ext uri="{FF2B5EF4-FFF2-40B4-BE49-F238E27FC236}">
                <a16:creationId xmlns:a16="http://schemas.microsoft.com/office/drawing/2014/main" id="{0266C4F2-7B23-50EE-46C5-B6F51E24AE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713901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FCF217-01E4-794C-F94D-941F19471E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>
            <a:extLst>
              <a:ext uri="{FF2B5EF4-FFF2-40B4-BE49-F238E27FC236}">
                <a16:creationId xmlns:a16="http://schemas.microsoft.com/office/drawing/2014/main" id="{C456DE6D-57C9-8249-3BF7-ACF9E02ADD2A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ts val="25"/>
              </a:spcBef>
              <a:buClrTx/>
              <a:buFontTx/>
              <a:buNone/>
            </a:pPr>
            <a:fld id="{2E290A89-C93B-40FF-97DD-94DAF35D454A}" type="slidenum">
              <a:rPr lang="en-US" altLang="en-US" sz="1400"/>
              <a:pPr>
                <a:spcBef>
                  <a:spcPts val="25"/>
                </a:spcBef>
                <a:buClrTx/>
                <a:buFontTx/>
                <a:buNone/>
              </a:pPr>
              <a:t>6</a:t>
            </a:fld>
            <a:endParaRPr lang="en-US" altLang="en-US" sz="1400"/>
          </a:p>
        </p:txBody>
      </p:sp>
      <p:sp>
        <p:nvSpPr>
          <p:cNvPr id="41987" name="Rectangle 1">
            <a:extLst>
              <a:ext uri="{FF2B5EF4-FFF2-40B4-BE49-F238E27FC236}">
                <a16:creationId xmlns:a16="http://schemas.microsoft.com/office/drawing/2014/main" id="{77CC9B4E-F137-3F02-0F7E-4E36C7CA6B3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95325"/>
            <a:ext cx="6096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988" name="Rectangle 2">
            <a:extLst>
              <a:ext uri="{FF2B5EF4-FFF2-40B4-BE49-F238E27FC236}">
                <a16:creationId xmlns:a16="http://schemas.microsoft.com/office/drawing/2014/main" id="{F5920ACF-1402-6DF8-C464-9FD8F505C1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164844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807996-07F6-0D05-E08F-41E97D581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>
            <a:extLst>
              <a:ext uri="{FF2B5EF4-FFF2-40B4-BE49-F238E27FC236}">
                <a16:creationId xmlns:a16="http://schemas.microsoft.com/office/drawing/2014/main" id="{46176537-D778-BAA9-F44E-BA80BBD1E35F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ts val="25"/>
              </a:spcBef>
              <a:buClrTx/>
              <a:buFontTx/>
              <a:buNone/>
            </a:pPr>
            <a:fld id="{2E290A89-C93B-40FF-97DD-94DAF35D454A}" type="slidenum">
              <a:rPr lang="en-US" altLang="en-US" sz="1400"/>
              <a:pPr>
                <a:spcBef>
                  <a:spcPts val="25"/>
                </a:spcBef>
                <a:buClrTx/>
                <a:buFontTx/>
                <a:buNone/>
              </a:pPr>
              <a:t>7</a:t>
            </a:fld>
            <a:endParaRPr lang="en-US" altLang="en-US" sz="1400"/>
          </a:p>
        </p:txBody>
      </p:sp>
      <p:sp>
        <p:nvSpPr>
          <p:cNvPr id="41987" name="Rectangle 1">
            <a:extLst>
              <a:ext uri="{FF2B5EF4-FFF2-40B4-BE49-F238E27FC236}">
                <a16:creationId xmlns:a16="http://schemas.microsoft.com/office/drawing/2014/main" id="{FD3DE406-2022-88FD-E93C-826FD307584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95325"/>
            <a:ext cx="6096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988" name="Rectangle 2">
            <a:extLst>
              <a:ext uri="{FF2B5EF4-FFF2-40B4-BE49-F238E27FC236}">
                <a16:creationId xmlns:a16="http://schemas.microsoft.com/office/drawing/2014/main" id="{F1B9D740-E20B-E351-8793-C380E9D67D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715724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141368-4279-75FA-4170-0A75A3858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>
            <a:extLst>
              <a:ext uri="{FF2B5EF4-FFF2-40B4-BE49-F238E27FC236}">
                <a16:creationId xmlns:a16="http://schemas.microsoft.com/office/drawing/2014/main" id="{C39FCE37-D355-4E7C-8E72-248813E0F68B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ts val="25"/>
              </a:spcBef>
              <a:buClrTx/>
              <a:buFontTx/>
              <a:buNone/>
            </a:pPr>
            <a:fld id="{2E290A89-C93B-40FF-97DD-94DAF35D454A}" type="slidenum">
              <a:rPr lang="en-US" altLang="en-US" sz="1400"/>
              <a:pPr>
                <a:spcBef>
                  <a:spcPts val="25"/>
                </a:spcBef>
                <a:buClrTx/>
                <a:buFontTx/>
                <a:buNone/>
              </a:pPr>
              <a:t>8</a:t>
            </a:fld>
            <a:endParaRPr lang="en-US" altLang="en-US" sz="1400"/>
          </a:p>
        </p:txBody>
      </p:sp>
      <p:sp>
        <p:nvSpPr>
          <p:cNvPr id="41987" name="Rectangle 1">
            <a:extLst>
              <a:ext uri="{FF2B5EF4-FFF2-40B4-BE49-F238E27FC236}">
                <a16:creationId xmlns:a16="http://schemas.microsoft.com/office/drawing/2014/main" id="{A77FA4BB-A15A-810A-C5DB-06C1FFEA4E5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95325"/>
            <a:ext cx="6096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988" name="Rectangle 2">
            <a:extLst>
              <a:ext uri="{FF2B5EF4-FFF2-40B4-BE49-F238E27FC236}">
                <a16:creationId xmlns:a16="http://schemas.microsoft.com/office/drawing/2014/main" id="{183A89CC-F421-25E5-D3B3-A174204892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995594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71DEFA-A0D0-0100-04A9-169AB4519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>
            <a:extLst>
              <a:ext uri="{FF2B5EF4-FFF2-40B4-BE49-F238E27FC236}">
                <a16:creationId xmlns:a16="http://schemas.microsoft.com/office/drawing/2014/main" id="{6BEFAA00-E83C-6190-40E7-03B53FD7717B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ts val="25"/>
              </a:spcBef>
              <a:buClrTx/>
              <a:buFontTx/>
              <a:buNone/>
            </a:pPr>
            <a:fld id="{2E290A89-C93B-40FF-97DD-94DAF35D454A}" type="slidenum">
              <a:rPr lang="en-US" altLang="en-US" sz="1400"/>
              <a:pPr>
                <a:spcBef>
                  <a:spcPts val="25"/>
                </a:spcBef>
                <a:buClrTx/>
                <a:buFontTx/>
                <a:buNone/>
              </a:pPr>
              <a:t>9</a:t>
            </a:fld>
            <a:endParaRPr lang="en-US" altLang="en-US" sz="1400"/>
          </a:p>
        </p:txBody>
      </p:sp>
      <p:sp>
        <p:nvSpPr>
          <p:cNvPr id="41987" name="Rectangle 1">
            <a:extLst>
              <a:ext uri="{FF2B5EF4-FFF2-40B4-BE49-F238E27FC236}">
                <a16:creationId xmlns:a16="http://schemas.microsoft.com/office/drawing/2014/main" id="{5D2F64B1-3A10-E088-F7AD-35B12C317C4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95325"/>
            <a:ext cx="6096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988" name="Rectangle 2">
            <a:extLst>
              <a:ext uri="{FF2B5EF4-FFF2-40B4-BE49-F238E27FC236}">
                <a16:creationId xmlns:a16="http://schemas.microsoft.com/office/drawing/2014/main" id="{FD5FDC76-90B7-960A-5418-E5ED2B95B65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0622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AE9FD8-FB4A-4074-3AAD-24DA561E21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>
            <a:extLst>
              <a:ext uri="{FF2B5EF4-FFF2-40B4-BE49-F238E27FC236}">
                <a16:creationId xmlns:a16="http://schemas.microsoft.com/office/drawing/2014/main" id="{5D609FE4-D665-193E-8022-8C03EC6A172D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ts val="25"/>
              </a:spcBef>
              <a:buClrTx/>
              <a:buFontTx/>
              <a:buNone/>
            </a:pPr>
            <a:fld id="{2E290A89-C93B-40FF-97DD-94DAF35D454A}" type="slidenum">
              <a:rPr lang="en-US" altLang="en-US" sz="1400"/>
              <a:pPr>
                <a:spcBef>
                  <a:spcPts val="25"/>
                </a:spcBef>
                <a:buClrTx/>
                <a:buFontTx/>
                <a:buNone/>
              </a:pPr>
              <a:t>10</a:t>
            </a:fld>
            <a:endParaRPr lang="en-US" altLang="en-US" sz="1400"/>
          </a:p>
        </p:txBody>
      </p:sp>
      <p:sp>
        <p:nvSpPr>
          <p:cNvPr id="41987" name="Rectangle 1">
            <a:extLst>
              <a:ext uri="{FF2B5EF4-FFF2-40B4-BE49-F238E27FC236}">
                <a16:creationId xmlns:a16="http://schemas.microsoft.com/office/drawing/2014/main" id="{954B6E3B-B4A7-57DA-0A08-C2B244862D7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95325"/>
            <a:ext cx="6096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988" name="Rectangle 2">
            <a:extLst>
              <a:ext uri="{FF2B5EF4-FFF2-40B4-BE49-F238E27FC236}">
                <a16:creationId xmlns:a16="http://schemas.microsoft.com/office/drawing/2014/main" id="{E078768E-41FA-EA72-B6FC-A60FD610F7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180283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633AC8-2033-C0CA-4F87-797CCAAC5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>
            <a:extLst>
              <a:ext uri="{FF2B5EF4-FFF2-40B4-BE49-F238E27FC236}">
                <a16:creationId xmlns:a16="http://schemas.microsoft.com/office/drawing/2014/main" id="{0C8A849E-7134-3DC9-5910-97879BE23FC4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ts val="25"/>
              </a:spcBef>
              <a:buClrTx/>
              <a:buFontTx/>
              <a:buNone/>
            </a:pPr>
            <a:fld id="{2E290A89-C93B-40FF-97DD-94DAF35D454A}" type="slidenum">
              <a:rPr lang="en-US" altLang="en-US" sz="1400"/>
              <a:pPr>
                <a:spcBef>
                  <a:spcPts val="25"/>
                </a:spcBef>
                <a:buClrTx/>
                <a:buFontTx/>
                <a:buNone/>
              </a:pPr>
              <a:t>11</a:t>
            </a:fld>
            <a:endParaRPr lang="en-US" altLang="en-US" sz="1400"/>
          </a:p>
        </p:txBody>
      </p:sp>
      <p:sp>
        <p:nvSpPr>
          <p:cNvPr id="41987" name="Rectangle 1">
            <a:extLst>
              <a:ext uri="{FF2B5EF4-FFF2-40B4-BE49-F238E27FC236}">
                <a16:creationId xmlns:a16="http://schemas.microsoft.com/office/drawing/2014/main" id="{BD0E76DA-D060-6FF4-9243-3FDF4EA6BAE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95325"/>
            <a:ext cx="6096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988" name="Rectangle 2">
            <a:extLst>
              <a:ext uri="{FF2B5EF4-FFF2-40B4-BE49-F238E27FC236}">
                <a16:creationId xmlns:a16="http://schemas.microsoft.com/office/drawing/2014/main" id="{5CA91EE9-48F7-B3C5-0D1B-381E540EC8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793399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4D35BB-63F6-D3DE-B223-AECC400FF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>
            <a:extLst>
              <a:ext uri="{FF2B5EF4-FFF2-40B4-BE49-F238E27FC236}">
                <a16:creationId xmlns:a16="http://schemas.microsoft.com/office/drawing/2014/main" id="{FBBD5226-FA33-5AFB-7DDC-6FBEF981A328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ts val="25"/>
              </a:spcBef>
              <a:buClrTx/>
              <a:buFontTx/>
              <a:buNone/>
            </a:pPr>
            <a:fld id="{2E290A89-C93B-40FF-97DD-94DAF35D454A}" type="slidenum">
              <a:rPr lang="en-US" altLang="en-US" sz="1400"/>
              <a:pPr>
                <a:spcBef>
                  <a:spcPts val="25"/>
                </a:spcBef>
                <a:buClrTx/>
                <a:buFontTx/>
                <a:buNone/>
              </a:pPr>
              <a:t>12</a:t>
            </a:fld>
            <a:endParaRPr lang="en-US" altLang="en-US" sz="1400"/>
          </a:p>
        </p:txBody>
      </p:sp>
      <p:sp>
        <p:nvSpPr>
          <p:cNvPr id="41987" name="Rectangle 1">
            <a:extLst>
              <a:ext uri="{FF2B5EF4-FFF2-40B4-BE49-F238E27FC236}">
                <a16:creationId xmlns:a16="http://schemas.microsoft.com/office/drawing/2014/main" id="{40A17F5D-F57A-06D9-9BD3-9B8F3EE9D12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95325"/>
            <a:ext cx="6096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988" name="Rectangle 2">
            <a:extLst>
              <a:ext uri="{FF2B5EF4-FFF2-40B4-BE49-F238E27FC236}">
                <a16:creationId xmlns:a16="http://schemas.microsoft.com/office/drawing/2014/main" id="{D03DC777-A8B4-AFB9-012E-1499A03F73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07028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87CE7A-1B4B-2E27-F56E-30CFEB920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>
            <a:extLst>
              <a:ext uri="{FF2B5EF4-FFF2-40B4-BE49-F238E27FC236}">
                <a16:creationId xmlns:a16="http://schemas.microsoft.com/office/drawing/2014/main" id="{567D48C7-8BDC-FE24-B2AC-F1B052AF1C99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ts val="25"/>
              </a:spcBef>
              <a:buClrTx/>
              <a:buFontTx/>
              <a:buNone/>
            </a:pPr>
            <a:fld id="{2E290A89-C93B-40FF-97DD-94DAF35D454A}" type="slidenum">
              <a:rPr lang="en-US" altLang="en-US" sz="1400"/>
              <a:pPr>
                <a:spcBef>
                  <a:spcPts val="25"/>
                </a:spcBef>
                <a:buClrTx/>
                <a:buFontTx/>
                <a:buNone/>
              </a:pPr>
              <a:t>13</a:t>
            </a:fld>
            <a:endParaRPr lang="en-US" altLang="en-US" sz="1400"/>
          </a:p>
        </p:txBody>
      </p:sp>
      <p:sp>
        <p:nvSpPr>
          <p:cNvPr id="41987" name="Rectangle 1">
            <a:extLst>
              <a:ext uri="{FF2B5EF4-FFF2-40B4-BE49-F238E27FC236}">
                <a16:creationId xmlns:a16="http://schemas.microsoft.com/office/drawing/2014/main" id="{77798A35-CC38-27BC-BD27-63697C0A2FE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95325"/>
            <a:ext cx="6096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988" name="Rectangle 2">
            <a:extLst>
              <a:ext uri="{FF2B5EF4-FFF2-40B4-BE49-F238E27FC236}">
                <a16:creationId xmlns:a16="http://schemas.microsoft.com/office/drawing/2014/main" id="{18C798E9-A2C2-57A9-E6AE-6A5FFFEED1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010769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450E1-0B4B-F948-A680-ECA54B2DEE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E3997F-647F-2C3F-3A85-B997F8D662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B0D8FB-D213-85F6-02E3-667ADDD79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1EB82-9B0B-4AB3-960F-5FAD80FCAED9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F149EF-EE84-DAB1-3720-741848CFB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F2E16B-CD2D-8A84-ABE9-72AD3B088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D7B3E-A61C-4B64-8AD5-6E755CFC12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617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A872E-79DA-5758-1FA0-7C0AACDDC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3E9CBE-08A2-6452-3EFD-C26E076992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705D2D-E7D6-C630-E2D4-7CE962F9B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1EB82-9B0B-4AB3-960F-5FAD80FCAED9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516ABD-5FE7-4C52-BE50-3F94D3636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281408-0BAE-12D2-8EF3-D33C3180D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D7B3E-A61C-4B64-8AD5-6E755CFC12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488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6140C-C38E-CF09-0A8F-258CA0255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E96A88-1BBF-FAD2-4816-92C809425C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8D9A3-177E-F8A0-2F82-6F7D6FDFE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1EB82-9B0B-4AB3-960F-5FAD80FCAED9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6E276-9BF8-4BBE-A852-CEDA824E1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69E41F-4688-8E08-6217-B0ED2D2FD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D7B3E-A61C-4B64-8AD5-6E755CFC12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3330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7E273-F0CE-159B-8E1D-5190D306F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DEC0EA-66B2-71AF-366E-C476D96A7D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74E43E-D038-F911-3049-CE16496EF5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75C008-4E1F-7D0E-B77D-94F91627E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1EB82-9B0B-4AB3-960F-5FAD80FCAED9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7B4193-E3CC-11E4-40BC-ECEC214DF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863F52-ACAF-2B48-D9B7-100F2A400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D7B3E-A61C-4B64-8AD5-6E755CFC12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5309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747DF-E347-BDDC-468C-1509870AD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D4034F-B63E-2583-656A-E564DCA448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9DC96C-D78B-E43A-7336-9C79D157A4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97ED01-7636-6249-FEB8-5DD80CEAE5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528F5A-E1BC-349D-FE71-DBE2CBE0AE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991631-951F-E554-313B-930F3AFF29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1EB82-9B0B-4AB3-960F-5FAD80FCAED9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F1A6F02-BCDB-C4E4-FD5C-09A7B9430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126BE59-A7F5-23C1-1F48-ED80F4810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D7B3E-A61C-4B64-8AD5-6E755CFC12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207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A124C-1F5C-FA9D-D51C-C4A0DA066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CD8C90-76E5-36D5-C26F-198E520B7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1EB82-9B0B-4AB3-960F-5FAD80FCAED9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FC0E02-7593-E549-54DE-F32D506E6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37BF09-085A-C0E3-352A-799937D65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D7B3E-A61C-4B64-8AD5-6E755CFC12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7125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3D810F-D39B-92CD-3A86-6A28A3EE4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1EB82-9B0B-4AB3-960F-5FAD80FCAED9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655065-5741-9674-2F40-CDCBA3D2C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4197AE-23B7-ECFF-5B9B-94A44E36A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D7B3E-A61C-4B64-8AD5-6E755CFC12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1429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AEF9D-2F9A-04F1-BEA1-F59E8ABE4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B5CF5F-C4E5-F90B-AFFB-7A7C5A3F02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C3A06C-C772-3243-4B14-CD63FA96C6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93ADB8-590D-5301-87A5-142ED5338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1EB82-9B0B-4AB3-960F-5FAD80FCAED9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1B1C38-A0E7-2079-1779-1E50C43EB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BB5EDB-0846-B5A3-D6EC-F0D571724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D7B3E-A61C-4B64-8AD5-6E755CFC12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9075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B7291-C1C5-9B74-9F04-1A51EC798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CCE06B-4540-01F4-1FC8-7943BE3623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CEF130-C5A2-E770-5414-1168242F21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F2CE6C-8C2F-AD16-4093-C3E530880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1EB82-9B0B-4AB3-960F-5FAD80FCAED9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143C78-5ECC-720E-BF8A-9524854A1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B858D6-D529-3766-C388-3629582D7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D7B3E-A61C-4B64-8AD5-6E755CFC12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649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15D3A-4CE5-8BAD-E4B8-6FA9DA35C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1E1B2E-923F-FAA1-903F-1171BC1220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C1345E-5589-06C4-FC51-3EA8A41D4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1EB82-9B0B-4AB3-960F-5FAD80FCAED9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5B79F2-E13E-0384-D252-D3E4F77CB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5871F5-1605-14FC-B861-223FBC183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D7B3E-A61C-4B64-8AD5-6E755CFC12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2161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52B3C50-2EC8-9F97-C6E3-0B418890EB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865576-11C4-3622-CC43-D295C49CE5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90872E-5215-8CDC-F8E5-74E856F20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1EB82-9B0B-4AB3-960F-5FAD80FCAED9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41911E-9890-1C77-F405-6F5CCC199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30495-D031-ECC4-DD31-404CF5FD2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D7B3E-A61C-4B64-8AD5-6E755CFC12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3463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05541-A2E1-37FF-6F59-525A23918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4267" y="152400"/>
            <a:ext cx="8198369" cy="14795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465463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3BB26-42F3-38BD-4782-46305B5BB7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802" y="1122363"/>
            <a:ext cx="9144397" cy="2387600"/>
          </a:xfrm>
        </p:spPr>
        <p:txBody>
          <a:bodyPr/>
          <a:lstStyle>
            <a:lvl1pPr algn="ctr">
              <a:defRPr sz="599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B1A6CF-4146-6683-38EE-37CF33326F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802" y="3602038"/>
            <a:ext cx="9144397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54" indent="0" algn="ctr">
              <a:buNone/>
              <a:defRPr sz="2000"/>
            </a:lvl2pPr>
            <a:lvl3pPr marL="914309" indent="0" algn="ctr">
              <a:buNone/>
              <a:defRPr sz="1800"/>
            </a:lvl3pPr>
            <a:lvl4pPr marL="1371463" indent="0" algn="ctr">
              <a:buNone/>
              <a:defRPr sz="1600"/>
            </a:lvl4pPr>
            <a:lvl5pPr marL="1828617" indent="0" algn="ctr">
              <a:buNone/>
              <a:defRPr sz="1600"/>
            </a:lvl5pPr>
            <a:lvl6pPr marL="2285771" indent="0" algn="ctr">
              <a:buNone/>
              <a:defRPr sz="1600"/>
            </a:lvl6pPr>
            <a:lvl7pPr marL="2742926" indent="0" algn="ctr">
              <a:buNone/>
              <a:defRPr sz="1600"/>
            </a:lvl7pPr>
            <a:lvl8pPr marL="3200080" indent="0" algn="ctr">
              <a:buNone/>
              <a:defRPr sz="1600"/>
            </a:lvl8pPr>
            <a:lvl9pPr marL="3657234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562611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E71F0-8412-8DA5-5900-A97E374A9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A4F604-EBED-425C-E0E6-132008A84B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918796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CDC36-BC42-493C-35DF-198C406A7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742" y="1709739"/>
            <a:ext cx="10515818" cy="2852737"/>
          </a:xfrm>
        </p:spPr>
        <p:txBody>
          <a:bodyPr/>
          <a:lstStyle>
            <a:lvl1pPr>
              <a:defRPr sz="599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302EA7-462E-EB40-755B-ACCF56844B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742" y="4589464"/>
            <a:ext cx="10515818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154" indent="0">
              <a:buNone/>
              <a:defRPr sz="2000"/>
            </a:lvl2pPr>
            <a:lvl3pPr marL="914309" indent="0">
              <a:buNone/>
              <a:defRPr sz="1800"/>
            </a:lvl3pPr>
            <a:lvl4pPr marL="1371463" indent="0">
              <a:buNone/>
              <a:defRPr sz="1600"/>
            </a:lvl4pPr>
            <a:lvl5pPr marL="1828617" indent="0">
              <a:buNone/>
              <a:defRPr sz="1600"/>
            </a:lvl5pPr>
            <a:lvl6pPr marL="2285771" indent="0">
              <a:buNone/>
              <a:defRPr sz="1600"/>
            </a:lvl6pPr>
            <a:lvl7pPr marL="2742926" indent="0">
              <a:buNone/>
              <a:defRPr sz="1600"/>
            </a:lvl7pPr>
            <a:lvl8pPr marL="3200080" indent="0">
              <a:buNone/>
              <a:defRPr sz="1600"/>
            </a:lvl8pPr>
            <a:lvl9pPr marL="3657234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566398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B5C59-7118-C1D4-15BF-405AA4FBB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606783-EA57-6186-1D37-A07D16C5EF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521" y="1604963"/>
            <a:ext cx="5407909" cy="39735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A78E76-BF06-DDF9-C1A2-F93EEB6433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69809" y="1604963"/>
            <a:ext cx="5407908" cy="39735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0679054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E18C4-22FF-A746-8C3E-25414D006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679" y="365126"/>
            <a:ext cx="10515817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F9651D-8C45-5311-0AA2-05B0928E6C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679" y="1681163"/>
            <a:ext cx="5157115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54" indent="0">
              <a:buNone/>
              <a:defRPr sz="2000" b="1"/>
            </a:lvl2pPr>
            <a:lvl3pPr marL="914309" indent="0">
              <a:buNone/>
              <a:defRPr sz="1800" b="1"/>
            </a:lvl3pPr>
            <a:lvl4pPr marL="1371463" indent="0">
              <a:buNone/>
              <a:defRPr sz="1600" b="1"/>
            </a:lvl4pPr>
            <a:lvl5pPr marL="1828617" indent="0">
              <a:buNone/>
              <a:defRPr sz="1600" b="1"/>
            </a:lvl5pPr>
            <a:lvl6pPr marL="2285771" indent="0">
              <a:buNone/>
              <a:defRPr sz="1600" b="1"/>
            </a:lvl6pPr>
            <a:lvl7pPr marL="2742926" indent="0">
              <a:buNone/>
              <a:defRPr sz="1600" b="1"/>
            </a:lvl7pPr>
            <a:lvl8pPr marL="3200080" indent="0">
              <a:buNone/>
              <a:defRPr sz="1600" b="1"/>
            </a:lvl8pPr>
            <a:lvl9pPr marL="3657234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A88E4D-D491-9AD2-D295-DA148C3318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679" y="2505075"/>
            <a:ext cx="5157115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8B47C5-34D3-AEF1-86B2-D331589F2D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984" y="1681163"/>
            <a:ext cx="518251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54" indent="0">
              <a:buNone/>
              <a:defRPr sz="2000" b="1"/>
            </a:lvl2pPr>
            <a:lvl3pPr marL="914309" indent="0">
              <a:buNone/>
              <a:defRPr sz="1800" b="1"/>
            </a:lvl3pPr>
            <a:lvl4pPr marL="1371463" indent="0">
              <a:buNone/>
              <a:defRPr sz="1600" b="1"/>
            </a:lvl4pPr>
            <a:lvl5pPr marL="1828617" indent="0">
              <a:buNone/>
              <a:defRPr sz="1600" b="1"/>
            </a:lvl5pPr>
            <a:lvl6pPr marL="2285771" indent="0">
              <a:buNone/>
              <a:defRPr sz="1600" b="1"/>
            </a:lvl6pPr>
            <a:lvl7pPr marL="2742926" indent="0">
              <a:buNone/>
              <a:defRPr sz="1600" b="1"/>
            </a:lvl7pPr>
            <a:lvl8pPr marL="3200080" indent="0">
              <a:buNone/>
              <a:defRPr sz="1600" b="1"/>
            </a:lvl8pPr>
            <a:lvl9pPr marL="3657234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37591A-51C8-1CC4-1CA5-66E797A3A9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984" y="2505075"/>
            <a:ext cx="518251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7416012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93A64-62DB-473E-7A37-908386390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1378508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964110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F6A0F-5B75-E6A4-07F8-19BFD87F9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679" y="457200"/>
            <a:ext cx="393172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7AF871-0027-042F-ACD4-86F2C5DC05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2513" y="987426"/>
            <a:ext cx="617298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608EC3-2E57-D2EB-3232-72F986B404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679" y="2057400"/>
            <a:ext cx="393172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54" indent="0">
              <a:buNone/>
              <a:defRPr sz="1400"/>
            </a:lvl2pPr>
            <a:lvl3pPr marL="914309" indent="0">
              <a:buNone/>
              <a:defRPr sz="1200"/>
            </a:lvl3pPr>
            <a:lvl4pPr marL="1371463" indent="0">
              <a:buNone/>
              <a:defRPr sz="1000"/>
            </a:lvl4pPr>
            <a:lvl5pPr marL="1828617" indent="0">
              <a:buNone/>
              <a:defRPr sz="1000"/>
            </a:lvl5pPr>
            <a:lvl6pPr marL="2285771" indent="0">
              <a:buNone/>
              <a:defRPr sz="1000"/>
            </a:lvl6pPr>
            <a:lvl7pPr marL="2742926" indent="0">
              <a:buNone/>
              <a:defRPr sz="1000"/>
            </a:lvl7pPr>
            <a:lvl8pPr marL="3200080" indent="0">
              <a:buNone/>
              <a:defRPr sz="1000"/>
            </a:lvl8pPr>
            <a:lvl9pPr marL="3657234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121516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A5600-4F3C-E18F-668B-31938B4D2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679" y="457200"/>
            <a:ext cx="393172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0C7C88-BAFF-8D95-BC24-07C4DBDB10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2513" y="987426"/>
            <a:ext cx="6172983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54" indent="0">
              <a:buNone/>
              <a:defRPr sz="2800"/>
            </a:lvl2pPr>
            <a:lvl3pPr marL="914309" indent="0">
              <a:buNone/>
              <a:defRPr sz="2400"/>
            </a:lvl3pPr>
            <a:lvl4pPr marL="1371463" indent="0">
              <a:buNone/>
              <a:defRPr sz="2000"/>
            </a:lvl4pPr>
            <a:lvl5pPr marL="1828617" indent="0">
              <a:buNone/>
              <a:defRPr sz="2000"/>
            </a:lvl5pPr>
            <a:lvl6pPr marL="2285771" indent="0">
              <a:buNone/>
              <a:defRPr sz="2000"/>
            </a:lvl6pPr>
            <a:lvl7pPr marL="2742926" indent="0">
              <a:buNone/>
              <a:defRPr sz="2000"/>
            </a:lvl7pPr>
            <a:lvl8pPr marL="3200080" indent="0">
              <a:buNone/>
              <a:defRPr sz="2000"/>
            </a:lvl8pPr>
            <a:lvl9pPr marL="3657234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5BC55C-FD25-EE03-55F3-25F3F24EFF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679" y="2057400"/>
            <a:ext cx="393172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54" indent="0">
              <a:buNone/>
              <a:defRPr sz="1400"/>
            </a:lvl2pPr>
            <a:lvl3pPr marL="914309" indent="0">
              <a:buNone/>
              <a:defRPr sz="1200"/>
            </a:lvl3pPr>
            <a:lvl4pPr marL="1371463" indent="0">
              <a:buNone/>
              <a:defRPr sz="1000"/>
            </a:lvl4pPr>
            <a:lvl5pPr marL="1828617" indent="0">
              <a:buNone/>
              <a:defRPr sz="1000"/>
            </a:lvl5pPr>
            <a:lvl6pPr marL="2285771" indent="0">
              <a:buNone/>
              <a:defRPr sz="1000"/>
            </a:lvl6pPr>
            <a:lvl7pPr marL="2742926" indent="0">
              <a:buNone/>
              <a:defRPr sz="1000"/>
            </a:lvl7pPr>
            <a:lvl8pPr marL="3200080" indent="0">
              <a:buNone/>
              <a:defRPr sz="1000"/>
            </a:lvl8pPr>
            <a:lvl9pPr marL="3657234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3924090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73591-9C2E-DA3E-E39E-C293E512C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EB68F0-BAB8-40AD-902D-841C78F691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4906057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0594867-9FEB-5B01-FD03-4E25DDE655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61857" y="152401"/>
            <a:ext cx="2850779" cy="54260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0300F5-AB41-5B29-6812-A8478EEB1F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09521" y="152401"/>
            <a:ext cx="8399956" cy="54260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5375900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05541-A2E1-37FF-6F59-525A23918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4267" y="152400"/>
            <a:ext cx="8198369" cy="14795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42184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B6736F-71C4-6F36-A3E8-D5E1581F3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085FE8-551F-8DA8-606C-C62569BD51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FC9861-CD36-D600-750A-5BB29D0BD7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C1EB82-9B0B-4AB3-960F-5FAD80FCAED9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315FEE-C32A-8415-BE71-B40D016386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848776-CAEF-B6AE-39F6-3B8F3E1432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DD7B3E-A61C-4B64-8AD5-6E755CFC12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6214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B7C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 hidden="1">
            <a:extLst>
              <a:ext uri="{FF2B5EF4-FFF2-40B4-BE49-F238E27FC236}">
                <a16:creationId xmlns:a16="http://schemas.microsoft.com/office/drawing/2014/main" id="{446A3AFE-BABE-98F2-2822-1182DCC6C1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057400"/>
            <a:ext cx="12190412" cy="4800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457154" rtl="0" eaLnBrk="1" fontAlgn="base" latinLnBrk="0" hangingPunct="0">
              <a:lnSpc>
                <a:spcPct val="93000"/>
              </a:lnSpc>
              <a:spcBef>
                <a:spcPts val="25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/>
              <a:defRPr/>
            </a:pPr>
            <a:endParaRPr kumimoji="0" lang="en-US" sz="2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</a:endParaRPr>
          </a:p>
        </p:txBody>
      </p:sp>
      <p:sp>
        <p:nvSpPr>
          <p:cNvPr id="1026" name="Rectangle 2" hidden="1">
            <a:extLst>
              <a:ext uri="{FF2B5EF4-FFF2-40B4-BE49-F238E27FC236}">
                <a16:creationId xmlns:a16="http://schemas.microsoft.com/office/drawing/2014/main" id="{85D69007-4B11-1F43-B626-C6487A39E7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0412" cy="2133600"/>
          </a:xfrm>
          <a:prstGeom prst="rect">
            <a:avLst/>
          </a:prstGeom>
          <a:gradFill rotWithShape="0">
            <a:gsLst>
              <a:gs pos="0">
                <a:srgbClr val="40458C"/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457154" rtl="0" eaLnBrk="1" fontAlgn="base" latinLnBrk="0" hangingPunct="0">
              <a:lnSpc>
                <a:spcPct val="93000"/>
              </a:lnSpc>
              <a:spcBef>
                <a:spcPts val="25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/>
              <a:defRPr/>
            </a:pPr>
            <a:endParaRPr kumimoji="0" lang="en-US" sz="2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</a:endParaRPr>
          </a:p>
        </p:txBody>
      </p:sp>
      <p:pic>
        <p:nvPicPr>
          <p:cNvPr id="1027" name="Picture 3" hidden="1">
            <a:extLst>
              <a:ext uri="{FF2B5EF4-FFF2-40B4-BE49-F238E27FC236}">
                <a16:creationId xmlns:a16="http://schemas.microsoft.com/office/drawing/2014/main" id="{EF29343E-C88E-087F-F421-9E47918BD5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63550"/>
            <a:ext cx="4977752" cy="6388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pSp>
        <p:nvGrpSpPr>
          <p:cNvPr id="1028" name="Group 4">
            <a:extLst>
              <a:ext uri="{FF2B5EF4-FFF2-40B4-BE49-F238E27FC236}">
                <a16:creationId xmlns:a16="http://schemas.microsoft.com/office/drawing/2014/main" id="{376BA9F3-1DDC-3EBC-27C1-299A283B5670}"/>
              </a:ext>
            </a:extLst>
          </p:cNvPr>
          <p:cNvGrpSpPr>
            <a:grpSpLocks/>
          </p:cNvGrpSpPr>
          <p:nvPr/>
        </p:nvGrpSpPr>
        <p:grpSpPr bwMode="auto">
          <a:xfrm>
            <a:off x="-173015" y="1069975"/>
            <a:ext cx="12360253" cy="5784850"/>
            <a:chOff x="-109" y="674"/>
            <a:chExt cx="7787" cy="3644"/>
          </a:xfrm>
        </p:grpSpPr>
        <p:sp>
          <p:nvSpPr>
            <p:cNvPr id="1029" name="Line 5">
              <a:extLst>
                <a:ext uri="{FF2B5EF4-FFF2-40B4-BE49-F238E27FC236}">
                  <a16:creationId xmlns:a16="http://schemas.microsoft.com/office/drawing/2014/main" id="{272E5859-2FB7-33B2-9C1C-40E387BA949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" y="722"/>
              <a:ext cx="7677" cy="2587"/>
            </a:xfrm>
            <a:prstGeom prst="line">
              <a:avLst/>
            </a:prstGeom>
            <a:noFill/>
            <a:ln w="9360" cap="flat">
              <a:solidFill>
                <a:srgbClr val="D3D5EB"/>
              </a:solidFill>
              <a:prstDash val="dashDot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457154" rtl="0" eaLnBrk="1" fontAlgn="base" latinLnBrk="0" hangingPunct="0">
                <a:lnSpc>
                  <a:spcPct val="93000"/>
                </a:lnSpc>
                <a:spcBef>
                  <a:spcPts val="25"/>
                </a:spcBef>
                <a:spcAft>
                  <a:spcPts val="25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  <a:tabLst/>
                <a:defRPr/>
              </a:pPr>
              <a:endPara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1030" name="Line 6">
              <a:extLst>
                <a:ext uri="{FF2B5EF4-FFF2-40B4-BE49-F238E27FC236}">
                  <a16:creationId xmlns:a16="http://schemas.microsoft.com/office/drawing/2014/main" id="{FAC317ED-2760-E721-AE47-BD8F4099117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" y="818"/>
              <a:ext cx="7677" cy="2827"/>
            </a:xfrm>
            <a:prstGeom prst="line">
              <a:avLst/>
            </a:prstGeom>
            <a:noFill/>
            <a:ln w="9360" cap="flat">
              <a:solidFill>
                <a:srgbClr val="D3D5EB"/>
              </a:solidFill>
              <a:prstDash val="dashDot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457154" rtl="0" eaLnBrk="1" fontAlgn="base" latinLnBrk="0" hangingPunct="0">
                <a:lnSpc>
                  <a:spcPct val="93000"/>
                </a:lnSpc>
                <a:spcBef>
                  <a:spcPts val="25"/>
                </a:spcBef>
                <a:spcAft>
                  <a:spcPts val="25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  <a:tabLst/>
                <a:defRPr/>
              </a:pPr>
              <a:endPara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1031" name="Line 7">
              <a:extLst>
                <a:ext uri="{FF2B5EF4-FFF2-40B4-BE49-F238E27FC236}">
                  <a16:creationId xmlns:a16="http://schemas.microsoft.com/office/drawing/2014/main" id="{5FDD016D-D376-1ADC-7A53-C7DD2C02A23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" y="914"/>
              <a:ext cx="7677" cy="3018"/>
            </a:xfrm>
            <a:prstGeom prst="line">
              <a:avLst/>
            </a:prstGeom>
            <a:noFill/>
            <a:ln w="9360" cap="flat">
              <a:solidFill>
                <a:srgbClr val="D3D5EB"/>
              </a:solidFill>
              <a:prstDash val="dashDot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457154" rtl="0" eaLnBrk="1" fontAlgn="base" latinLnBrk="0" hangingPunct="0">
                <a:lnSpc>
                  <a:spcPct val="93000"/>
                </a:lnSpc>
                <a:spcBef>
                  <a:spcPts val="25"/>
                </a:spcBef>
                <a:spcAft>
                  <a:spcPts val="25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  <a:tabLst/>
                <a:defRPr/>
              </a:pPr>
              <a:endPara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1032" name="Line 8">
              <a:extLst>
                <a:ext uri="{FF2B5EF4-FFF2-40B4-BE49-F238E27FC236}">
                  <a16:creationId xmlns:a16="http://schemas.microsoft.com/office/drawing/2014/main" id="{C981F813-5A4D-5B08-9AAF-792F556A94B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9" y="1010"/>
              <a:ext cx="7549" cy="3306"/>
            </a:xfrm>
            <a:prstGeom prst="line">
              <a:avLst/>
            </a:prstGeom>
            <a:noFill/>
            <a:ln w="9360" cap="flat">
              <a:solidFill>
                <a:srgbClr val="D3D5EB"/>
              </a:solidFill>
              <a:prstDash val="dashDot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457154" rtl="0" eaLnBrk="1" fontAlgn="base" latinLnBrk="0" hangingPunct="0">
                <a:lnSpc>
                  <a:spcPct val="93000"/>
                </a:lnSpc>
                <a:spcBef>
                  <a:spcPts val="25"/>
                </a:spcBef>
                <a:spcAft>
                  <a:spcPts val="25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  <a:tabLst/>
                <a:defRPr/>
              </a:pPr>
              <a:endPara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1033" name="Line 9">
              <a:extLst>
                <a:ext uri="{FF2B5EF4-FFF2-40B4-BE49-F238E27FC236}">
                  <a16:creationId xmlns:a16="http://schemas.microsoft.com/office/drawing/2014/main" id="{DC536273-795A-0FBC-F92C-A081A8726AC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62" y="1106"/>
              <a:ext cx="6717" cy="3210"/>
            </a:xfrm>
            <a:prstGeom prst="line">
              <a:avLst/>
            </a:prstGeom>
            <a:noFill/>
            <a:ln w="9360" cap="flat">
              <a:solidFill>
                <a:srgbClr val="D3D5EB"/>
              </a:solidFill>
              <a:prstDash val="dashDot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457154" rtl="0" eaLnBrk="1" fontAlgn="base" latinLnBrk="0" hangingPunct="0">
                <a:lnSpc>
                  <a:spcPct val="93000"/>
                </a:lnSpc>
                <a:spcBef>
                  <a:spcPts val="25"/>
                </a:spcBef>
                <a:spcAft>
                  <a:spcPts val="25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  <a:tabLst/>
                <a:defRPr/>
              </a:pPr>
              <a:endPara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1034" name="Line 10">
              <a:extLst>
                <a:ext uri="{FF2B5EF4-FFF2-40B4-BE49-F238E27FC236}">
                  <a16:creationId xmlns:a16="http://schemas.microsoft.com/office/drawing/2014/main" id="{5FA05F6D-9B16-4175-E54F-512E1920ABC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58" y="1201"/>
              <a:ext cx="5821" cy="3115"/>
            </a:xfrm>
            <a:prstGeom prst="line">
              <a:avLst/>
            </a:prstGeom>
            <a:noFill/>
            <a:ln w="9360" cap="flat">
              <a:solidFill>
                <a:srgbClr val="D3D5EB"/>
              </a:solidFill>
              <a:prstDash val="dashDot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457154" rtl="0" eaLnBrk="1" fontAlgn="base" latinLnBrk="0" hangingPunct="0">
                <a:lnSpc>
                  <a:spcPct val="93000"/>
                </a:lnSpc>
                <a:spcBef>
                  <a:spcPts val="25"/>
                </a:spcBef>
                <a:spcAft>
                  <a:spcPts val="25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  <a:tabLst/>
                <a:defRPr/>
              </a:pPr>
              <a:endPara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1035" name="Line 11">
              <a:extLst>
                <a:ext uri="{FF2B5EF4-FFF2-40B4-BE49-F238E27FC236}">
                  <a16:creationId xmlns:a16="http://schemas.microsoft.com/office/drawing/2014/main" id="{89807496-6D13-0F3E-931A-FBDA0F17FD8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17" y="1297"/>
              <a:ext cx="4861" cy="3019"/>
            </a:xfrm>
            <a:prstGeom prst="line">
              <a:avLst/>
            </a:prstGeom>
            <a:noFill/>
            <a:ln w="9360" cap="flat">
              <a:solidFill>
                <a:srgbClr val="D3D5EB"/>
              </a:solidFill>
              <a:prstDash val="dashDot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457154" rtl="0" eaLnBrk="1" fontAlgn="base" latinLnBrk="0" hangingPunct="0">
                <a:lnSpc>
                  <a:spcPct val="93000"/>
                </a:lnSpc>
                <a:spcBef>
                  <a:spcPts val="25"/>
                </a:spcBef>
                <a:spcAft>
                  <a:spcPts val="25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  <a:tabLst/>
                <a:defRPr/>
              </a:pPr>
              <a:endPara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1036" name="Line 12">
              <a:extLst>
                <a:ext uri="{FF2B5EF4-FFF2-40B4-BE49-F238E27FC236}">
                  <a16:creationId xmlns:a16="http://schemas.microsoft.com/office/drawing/2014/main" id="{FE2F4F88-2D14-2EE7-50AB-499ABDCE68F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78" y="1441"/>
              <a:ext cx="3896" cy="2875"/>
            </a:xfrm>
            <a:prstGeom prst="line">
              <a:avLst/>
            </a:prstGeom>
            <a:noFill/>
            <a:ln w="9360" cap="flat">
              <a:solidFill>
                <a:srgbClr val="D3D5EB"/>
              </a:solidFill>
              <a:prstDash val="dashDot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457154" rtl="0" eaLnBrk="1" fontAlgn="base" latinLnBrk="0" hangingPunct="0">
                <a:lnSpc>
                  <a:spcPct val="93000"/>
                </a:lnSpc>
                <a:spcBef>
                  <a:spcPts val="25"/>
                </a:spcBef>
                <a:spcAft>
                  <a:spcPts val="25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  <a:tabLst/>
                <a:defRPr/>
              </a:pPr>
              <a:endPara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1037" name="Line 13">
              <a:extLst>
                <a:ext uri="{FF2B5EF4-FFF2-40B4-BE49-F238E27FC236}">
                  <a16:creationId xmlns:a16="http://schemas.microsoft.com/office/drawing/2014/main" id="{3F07C56B-A5DF-A536-1837-169F3869EA3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056" y="1537"/>
              <a:ext cx="2617" cy="2779"/>
            </a:xfrm>
            <a:prstGeom prst="line">
              <a:avLst/>
            </a:prstGeom>
            <a:noFill/>
            <a:ln w="9360" cap="flat">
              <a:solidFill>
                <a:srgbClr val="D3D5EB"/>
              </a:solidFill>
              <a:prstDash val="dashDot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457154" rtl="0" eaLnBrk="1" fontAlgn="base" latinLnBrk="0" hangingPunct="0">
                <a:lnSpc>
                  <a:spcPct val="93000"/>
                </a:lnSpc>
                <a:spcBef>
                  <a:spcPts val="25"/>
                </a:spcBef>
                <a:spcAft>
                  <a:spcPts val="25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  <a:tabLst/>
                <a:defRPr/>
              </a:pPr>
              <a:endPara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1038" name="Line 14">
              <a:extLst>
                <a:ext uri="{FF2B5EF4-FFF2-40B4-BE49-F238E27FC236}">
                  <a16:creationId xmlns:a16="http://schemas.microsoft.com/office/drawing/2014/main" id="{58708F7B-D4B3-99C3-5491-80A8B63808F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080" y="1681"/>
              <a:ext cx="1593" cy="2635"/>
            </a:xfrm>
            <a:prstGeom prst="line">
              <a:avLst/>
            </a:prstGeom>
            <a:noFill/>
            <a:ln w="9360" cap="flat">
              <a:solidFill>
                <a:srgbClr val="D3D5EB"/>
              </a:solidFill>
              <a:prstDash val="dashDot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457154" rtl="0" eaLnBrk="1" fontAlgn="base" latinLnBrk="0" hangingPunct="0">
                <a:lnSpc>
                  <a:spcPct val="93000"/>
                </a:lnSpc>
                <a:spcBef>
                  <a:spcPts val="25"/>
                </a:spcBef>
                <a:spcAft>
                  <a:spcPts val="25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  <a:tabLst/>
                <a:defRPr/>
              </a:pPr>
              <a:endPara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1039" name="Line 15">
              <a:extLst>
                <a:ext uri="{FF2B5EF4-FFF2-40B4-BE49-F238E27FC236}">
                  <a16:creationId xmlns:a16="http://schemas.microsoft.com/office/drawing/2014/main" id="{D89D5301-A1B2-1127-AB9C-2835F9B8987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104" y="1873"/>
              <a:ext cx="569" cy="2347"/>
            </a:xfrm>
            <a:prstGeom prst="line">
              <a:avLst/>
            </a:prstGeom>
            <a:noFill/>
            <a:ln w="9360" cap="flat">
              <a:solidFill>
                <a:srgbClr val="D3D5EB"/>
              </a:solidFill>
              <a:prstDash val="dashDot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457154" rtl="0" eaLnBrk="1" fontAlgn="base" latinLnBrk="0" hangingPunct="0">
                <a:lnSpc>
                  <a:spcPct val="93000"/>
                </a:lnSpc>
                <a:spcBef>
                  <a:spcPts val="25"/>
                </a:spcBef>
                <a:spcAft>
                  <a:spcPts val="25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  <a:tabLst/>
                <a:defRPr/>
              </a:pPr>
              <a:endPara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1040" name="Line 16">
              <a:extLst>
                <a:ext uri="{FF2B5EF4-FFF2-40B4-BE49-F238E27FC236}">
                  <a16:creationId xmlns:a16="http://schemas.microsoft.com/office/drawing/2014/main" id="{B55C7903-5329-A96B-86E5-DA4C1C0F4FA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-107" y="674"/>
              <a:ext cx="7677" cy="2300"/>
            </a:xfrm>
            <a:prstGeom prst="line">
              <a:avLst/>
            </a:prstGeom>
            <a:noFill/>
            <a:ln w="9360" cap="flat">
              <a:solidFill>
                <a:srgbClr val="D3D5EB"/>
              </a:solidFill>
              <a:prstDash val="dashDot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457154" rtl="0" eaLnBrk="1" fontAlgn="base" latinLnBrk="0" hangingPunct="0">
                <a:lnSpc>
                  <a:spcPct val="93000"/>
                </a:lnSpc>
                <a:spcBef>
                  <a:spcPts val="25"/>
                </a:spcBef>
                <a:spcAft>
                  <a:spcPts val="25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  <a:tabLst/>
                <a:defRPr/>
              </a:pPr>
              <a:endPara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1041" name="Line 17">
              <a:extLst>
                <a:ext uri="{FF2B5EF4-FFF2-40B4-BE49-F238E27FC236}">
                  <a16:creationId xmlns:a16="http://schemas.microsoft.com/office/drawing/2014/main" id="{2B06487C-EE59-F53A-9AC8-E8EC9C1FA1E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" y="674"/>
              <a:ext cx="7293" cy="1916"/>
            </a:xfrm>
            <a:prstGeom prst="line">
              <a:avLst/>
            </a:prstGeom>
            <a:noFill/>
            <a:ln w="9360" cap="flat">
              <a:solidFill>
                <a:srgbClr val="D3D5EB"/>
              </a:solidFill>
              <a:prstDash val="dashDot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457154" rtl="0" eaLnBrk="1" fontAlgn="base" latinLnBrk="0" hangingPunct="0">
                <a:lnSpc>
                  <a:spcPct val="93000"/>
                </a:lnSpc>
                <a:spcBef>
                  <a:spcPts val="25"/>
                </a:spcBef>
                <a:spcAft>
                  <a:spcPts val="25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  <a:tabLst/>
                <a:defRPr/>
              </a:pPr>
              <a:endPara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1042" name="Line 18">
              <a:extLst>
                <a:ext uri="{FF2B5EF4-FFF2-40B4-BE49-F238E27FC236}">
                  <a16:creationId xmlns:a16="http://schemas.microsoft.com/office/drawing/2014/main" id="{6D067BAA-24E8-855B-204A-FDE93B3C23F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" y="722"/>
              <a:ext cx="6781" cy="1532"/>
            </a:xfrm>
            <a:prstGeom prst="line">
              <a:avLst/>
            </a:prstGeom>
            <a:noFill/>
            <a:ln w="9360" cap="flat">
              <a:solidFill>
                <a:srgbClr val="D3D5EB"/>
              </a:solidFill>
              <a:prstDash val="dashDot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457154" rtl="0" eaLnBrk="1" fontAlgn="base" latinLnBrk="0" hangingPunct="0">
                <a:lnSpc>
                  <a:spcPct val="93000"/>
                </a:lnSpc>
                <a:spcBef>
                  <a:spcPts val="25"/>
                </a:spcBef>
                <a:spcAft>
                  <a:spcPts val="25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  <a:tabLst/>
                <a:defRPr/>
              </a:pPr>
              <a:endPara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1043" name="Line 19">
              <a:extLst>
                <a:ext uri="{FF2B5EF4-FFF2-40B4-BE49-F238E27FC236}">
                  <a16:creationId xmlns:a16="http://schemas.microsoft.com/office/drawing/2014/main" id="{EA7C4DAA-6FB2-72E4-4DDA-CB2417BF55B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" y="722"/>
              <a:ext cx="6397" cy="1293"/>
            </a:xfrm>
            <a:prstGeom prst="line">
              <a:avLst/>
            </a:prstGeom>
            <a:noFill/>
            <a:ln w="9360" cap="flat">
              <a:solidFill>
                <a:srgbClr val="D3D5EB"/>
              </a:solidFill>
              <a:prstDash val="dashDot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457154" rtl="0" eaLnBrk="1" fontAlgn="base" latinLnBrk="0" hangingPunct="0">
                <a:lnSpc>
                  <a:spcPct val="93000"/>
                </a:lnSpc>
                <a:spcBef>
                  <a:spcPts val="25"/>
                </a:spcBef>
                <a:spcAft>
                  <a:spcPts val="25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  <a:tabLst/>
                <a:defRPr/>
              </a:pPr>
              <a:endPara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1044" name="Line 20">
              <a:extLst>
                <a:ext uri="{FF2B5EF4-FFF2-40B4-BE49-F238E27FC236}">
                  <a16:creationId xmlns:a16="http://schemas.microsoft.com/office/drawing/2014/main" id="{34BE523F-1CCF-15A9-E751-77B564AB39F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" y="674"/>
              <a:ext cx="6333" cy="1005"/>
            </a:xfrm>
            <a:prstGeom prst="line">
              <a:avLst/>
            </a:prstGeom>
            <a:noFill/>
            <a:ln w="9360" cap="flat">
              <a:solidFill>
                <a:srgbClr val="D3D5EB"/>
              </a:solidFill>
              <a:prstDash val="dashDot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457154" rtl="0" eaLnBrk="1" fontAlgn="base" latinLnBrk="0" hangingPunct="0">
                <a:lnSpc>
                  <a:spcPct val="93000"/>
                </a:lnSpc>
                <a:spcBef>
                  <a:spcPts val="25"/>
                </a:spcBef>
                <a:spcAft>
                  <a:spcPts val="25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  <a:tabLst/>
                <a:defRPr/>
              </a:pPr>
              <a:endPara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1045" name="Line 21">
              <a:extLst>
                <a:ext uri="{FF2B5EF4-FFF2-40B4-BE49-F238E27FC236}">
                  <a16:creationId xmlns:a16="http://schemas.microsoft.com/office/drawing/2014/main" id="{B7763695-C986-F862-4E35-A8C297B71AF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" y="722"/>
              <a:ext cx="5757" cy="717"/>
            </a:xfrm>
            <a:prstGeom prst="line">
              <a:avLst/>
            </a:prstGeom>
            <a:noFill/>
            <a:ln w="9360" cap="flat">
              <a:solidFill>
                <a:srgbClr val="D3D5EB"/>
              </a:solidFill>
              <a:prstDash val="dashDot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457154" rtl="0" eaLnBrk="1" fontAlgn="base" latinLnBrk="0" hangingPunct="0">
                <a:lnSpc>
                  <a:spcPct val="93000"/>
                </a:lnSpc>
                <a:spcBef>
                  <a:spcPts val="25"/>
                </a:spcBef>
                <a:spcAft>
                  <a:spcPts val="25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  <a:tabLst/>
                <a:defRPr/>
              </a:pPr>
              <a:endPara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1046" name="Line 22">
              <a:extLst>
                <a:ext uri="{FF2B5EF4-FFF2-40B4-BE49-F238E27FC236}">
                  <a16:creationId xmlns:a16="http://schemas.microsoft.com/office/drawing/2014/main" id="{103B475D-096D-9B36-FC47-CEB59C11A49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" y="722"/>
              <a:ext cx="5629" cy="525"/>
            </a:xfrm>
            <a:prstGeom prst="line">
              <a:avLst/>
            </a:prstGeom>
            <a:noFill/>
            <a:ln w="9360" cap="flat">
              <a:solidFill>
                <a:srgbClr val="D3D5EB"/>
              </a:solidFill>
              <a:prstDash val="dashDot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457154" rtl="0" eaLnBrk="1" fontAlgn="base" latinLnBrk="0" hangingPunct="0">
                <a:lnSpc>
                  <a:spcPct val="93000"/>
                </a:lnSpc>
                <a:spcBef>
                  <a:spcPts val="25"/>
                </a:spcBef>
                <a:spcAft>
                  <a:spcPts val="25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  <a:tabLst/>
                <a:defRPr/>
              </a:pPr>
              <a:endPara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1047" name="Line 23">
              <a:extLst>
                <a:ext uri="{FF2B5EF4-FFF2-40B4-BE49-F238E27FC236}">
                  <a16:creationId xmlns:a16="http://schemas.microsoft.com/office/drawing/2014/main" id="{1D468A41-9095-945F-C705-3232560AA3E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-107" y="722"/>
              <a:ext cx="5482" cy="334"/>
            </a:xfrm>
            <a:prstGeom prst="line">
              <a:avLst/>
            </a:prstGeom>
            <a:noFill/>
            <a:ln w="9360" cap="flat">
              <a:solidFill>
                <a:srgbClr val="D3D5EB"/>
              </a:solidFill>
              <a:prstDash val="dashDot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457154" rtl="0" eaLnBrk="1" fontAlgn="base" latinLnBrk="0" hangingPunct="0">
                <a:lnSpc>
                  <a:spcPct val="93000"/>
                </a:lnSpc>
                <a:spcBef>
                  <a:spcPts val="25"/>
                </a:spcBef>
                <a:spcAft>
                  <a:spcPts val="25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  <a:tabLst/>
                <a:defRPr/>
              </a:pPr>
              <a:endPara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1048" name="Line 24">
              <a:extLst>
                <a:ext uri="{FF2B5EF4-FFF2-40B4-BE49-F238E27FC236}">
                  <a16:creationId xmlns:a16="http://schemas.microsoft.com/office/drawing/2014/main" id="{D28FE271-AC7E-DC2D-5651-6F82671F963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-108" y="722"/>
              <a:ext cx="5528" cy="190"/>
            </a:xfrm>
            <a:prstGeom prst="line">
              <a:avLst/>
            </a:prstGeom>
            <a:noFill/>
            <a:ln w="9360" cap="flat">
              <a:solidFill>
                <a:srgbClr val="D3D5EB"/>
              </a:solidFill>
              <a:prstDash val="dashDot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457154" rtl="0" eaLnBrk="1" fontAlgn="base" latinLnBrk="0" hangingPunct="0">
                <a:lnSpc>
                  <a:spcPct val="93000"/>
                </a:lnSpc>
                <a:spcBef>
                  <a:spcPts val="25"/>
                </a:spcBef>
                <a:spcAft>
                  <a:spcPts val="25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  <a:tabLst/>
                <a:defRPr/>
              </a:pPr>
              <a:endPara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1049" name="Line 25">
              <a:extLst>
                <a:ext uri="{FF2B5EF4-FFF2-40B4-BE49-F238E27FC236}">
                  <a16:creationId xmlns:a16="http://schemas.microsoft.com/office/drawing/2014/main" id="{03DCE282-CA69-2BD9-D59C-0101181019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66" y="722"/>
              <a:ext cx="2205" cy="94"/>
            </a:xfrm>
            <a:prstGeom prst="line">
              <a:avLst/>
            </a:prstGeom>
            <a:noFill/>
            <a:ln w="9360" cap="flat">
              <a:solidFill>
                <a:srgbClr val="D3D5EB"/>
              </a:solidFill>
              <a:prstDash val="dashDot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457154" rtl="0" eaLnBrk="1" fontAlgn="base" latinLnBrk="0" hangingPunct="0">
                <a:lnSpc>
                  <a:spcPct val="93000"/>
                </a:lnSpc>
                <a:spcBef>
                  <a:spcPts val="25"/>
                </a:spcBef>
                <a:spcAft>
                  <a:spcPts val="25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  <a:tabLst/>
                <a:defRPr/>
              </a:pPr>
              <a:endPara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1050" name="Line 26">
              <a:extLst>
                <a:ext uri="{FF2B5EF4-FFF2-40B4-BE49-F238E27FC236}">
                  <a16:creationId xmlns:a16="http://schemas.microsoft.com/office/drawing/2014/main" id="{948C4469-511E-0420-5585-2E2576DC50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19" y="722"/>
              <a:ext cx="2552" cy="190"/>
            </a:xfrm>
            <a:prstGeom prst="line">
              <a:avLst/>
            </a:prstGeom>
            <a:noFill/>
            <a:ln w="9360" cap="flat">
              <a:solidFill>
                <a:srgbClr val="D3D5EB"/>
              </a:solidFill>
              <a:prstDash val="dashDot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457154" rtl="0" eaLnBrk="1" fontAlgn="base" latinLnBrk="0" hangingPunct="0">
                <a:lnSpc>
                  <a:spcPct val="93000"/>
                </a:lnSpc>
                <a:spcBef>
                  <a:spcPts val="25"/>
                </a:spcBef>
                <a:spcAft>
                  <a:spcPts val="25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  <a:tabLst/>
                <a:defRPr/>
              </a:pPr>
              <a:endPara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1051" name="Line 27">
              <a:extLst>
                <a:ext uri="{FF2B5EF4-FFF2-40B4-BE49-F238E27FC236}">
                  <a16:creationId xmlns:a16="http://schemas.microsoft.com/office/drawing/2014/main" id="{E50B02FC-F902-CC59-8280-7E6017FE3C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07" y="722"/>
              <a:ext cx="3069" cy="334"/>
            </a:xfrm>
            <a:prstGeom prst="line">
              <a:avLst/>
            </a:prstGeom>
            <a:noFill/>
            <a:ln w="9360" cap="flat">
              <a:solidFill>
                <a:srgbClr val="D3D5EB"/>
              </a:solidFill>
              <a:prstDash val="dashDot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457154" rtl="0" eaLnBrk="1" fontAlgn="base" latinLnBrk="0" hangingPunct="0">
                <a:lnSpc>
                  <a:spcPct val="93000"/>
                </a:lnSpc>
                <a:spcBef>
                  <a:spcPts val="25"/>
                </a:spcBef>
                <a:spcAft>
                  <a:spcPts val="25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  <a:tabLst/>
                <a:defRPr/>
              </a:pPr>
              <a:endPara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1052" name="Line 28">
              <a:extLst>
                <a:ext uri="{FF2B5EF4-FFF2-40B4-BE49-F238E27FC236}">
                  <a16:creationId xmlns:a16="http://schemas.microsoft.com/office/drawing/2014/main" id="{7B0FE563-6D84-2DF7-8B51-0E9B8CB5BC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87" y="722"/>
              <a:ext cx="3384" cy="477"/>
            </a:xfrm>
            <a:prstGeom prst="line">
              <a:avLst/>
            </a:prstGeom>
            <a:noFill/>
            <a:ln w="9360" cap="flat">
              <a:solidFill>
                <a:srgbClr val="D3D5EB"/>
              </a:solidFill>
              <a:prstDash val="dashDot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457154" rtl="0" eaLnBrk="1" fontAlgn="base" latinLnBrk="0" hangingPunct="0">
                <a:lnSpc>
                  <a:spcPct val="93000"/>
                </a:lnSpc>
                <a:spcBef>
                  <a:spcPts val="25"/>
                </a:spcBef>
                <a:spcAft>
                  <a:spcPts val="25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  <a:tabLst/>
                <a:defRPr/>
              </a:pPr>
              <a:endPara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1053" name="Line 29">
              <a:extLst>
                <a:ext uri="{FF2B5EF4-FFF2-40B4-BE49-F238E27FC236}">
                  <a16:creationId xmlns:a16="http://schemas.microsoft.com/office/drawing/2014/main" id="{76AB63AB-C1BA-D892-4990-62D8CB5826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7" y="722"/>
              <a:ext cx="3709" cy="717"/>
            </a:xfrm>
            <a:prstGeom prst="line">
              <a:avLst/>
            </a:prstGeom>
            <a:noFill/>
            <a:ln w="9360" cap="flat">
              <a:solidFill>
                <a:srgbClr val="D3D5EB"/>
              </a:solidFill>
              <a:prstDash val="dashDot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457154" rtl="0" eaLnBrk="1" fontAlgn="base" latinLnBrk="0" hangingPunct="0">
                <a:lnSpc>
                  <a:spcPct val="93000"/>
                </a:lnSpc>
                <a:spcBef>
                  <a:spcPts val="25"/>
                </a:spcBef>
                <a:spcAft>
                  <a:spcPts val="25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  <a:tabLst/>
                <a:defRPr/>
              </a:pPr>
              <a:endPara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1054" name="Line 30">
              <a:extLst>
                <a:ext uri="{FF2B5EF4-FFF2-40B4-BE49-F238E27FC236}">
                  <a16:creationId xmlns:a16="http://schemas.microsoft.com/office/drawing/2014/main" id="{F3FF4F79-7785-CFD4-6339-90AD7CDCA9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11" y="722"/>
              <a:ext cx="3960" cy="957"/>
            </a:xfrm>
            <a:prstGeom prst="line">
              <a:avLst/>
            </a:prstGeom>
            <a:noFill/>
            <a:ln w="9360" cap="flat">
              <a:solidFill>
                <a:srgbClr val="D3D5EB"/>
              </a:solidFill>
              <a:prstDash val="dashDot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457154" rtl="0" eaLnBrk="1" fontAlgn="base" latinLnBrk="0" hangingPunct="0">
                <a:lnSpc>
                  <a:spcPct val="93000"/>
                </a:lnSpc>
                <a:spcBef>
                  <a:spcPts val="25"/>
                </a:spcBef>
                <a:spcAft>
                  <a:spcPts val="25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  <a:tabLst/>
                <a:defRPr/>
              </a:pPr>
              <a:endPara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1055" name="Line 31">
              <a:extLst>
                <a:ext uri="{FF2B5EF4-FFF2-40B4-BE49-F238E27FC236}">
                  <a16:creationId xmlns:a16="http://schemas.microsoft.com/office/drawing/2014/main" id="{F9755EC4-F403-A347-160C-00B976E48D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5" y="722"/>
              <a:ext cx="4216" cy="1293"/>
            </a:xfrm>
            <a:prstGeom prst="line">
              <a:avLst/>
            </a:prstGeom>
            <a:noFill/>
            <a:ln w="9360" cap="flat">
              <a:solidFill>
                <a:srgbClr val="D3D5EB"/>
              </a:solidFill>
              <a:prstDash val="dashDot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457154" rtl="0" eaLnBrk="1" fontAlgn="base" latinLnBrk="0" hangingPunct="0">
                <a:lnSpc>
                  <a:spcPct val="93000"/>
                </a:lnSpc>
                <a:spcBef>
                  <a:spcPts val="25"/>
                </a:spcBef>
                <a:spcAft>
                  <a:spcPts val="25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  <a:tabLst/>
                <a:defRPr/>
              </a:pPr>
              <a:endPara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1056" name="Line 32">
              <a:extLst>
                <a:ext uri="{FF2B5EF4-FFF2-40B4-BE49-F238E27FC236}">
                  <a16:creationId xmlns:a16="http://schemas.microsoft.com/office/drawing/2014/main" id="{6B271713-0786-70D2-A830-16946824F3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99" y="722"/>
              <a:ext cx="4472" cy="1532"/>
            </a:xfrm>
            <a:prstGeom prst="line">
              <a:avLst/>
            </a:prstGeom>
            <a:noFill/>
            <a:ln w="9360" cap="flat">
              <a:solidFill>
                <a:srgbClr val="D3D5EB"/>
              </a:solidFill>
              <a:prstDash val="dashDot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457154" rtl="0" eaLnBrk="1" fontAlgn="base" latinLnBrk="0" hangingPunct="0">
                <a:lnSpc>
                  <a:spcPct val="93000"/>
                </a:lnSpc>
                <a:spcBef>
                  <a:spcPts val="25"/>
                </a:spcBef>
                <a:spcAft>
                  <a:spcPts val="25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  <a:tabLst/>
                <a:defRPr/>
              </a:pPr>
              <a:endPara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1057" name="Line 33">
              <a:extLst>
                <a:ext uri="{FF2B5EF4-FFF2-40B4-BE49-F238E27FC236}">
                  <a16:creationId xmlns:a16="http://schemas.microsoft.com/office/drawing/2014/main" id="{7B4C8B5C-AF60-AF33-D1D9-4C05347F42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722"/>
              <a:ext cx="4792" cy="2012"/>
            </a:xfrm>
            <a:prstGeom prst="line">
              <a:avLst/>
            </a:prstGeom>
            <a:noFill/>
            <a:ln w="9360" cap="flat">
              <a:solidFill>
                <a:srgbClr val="D3D5EB"/>
              </a:solidFill>
              <a:prstDash val="dashDot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457154" rtl="0" eaLnBrk="1" fontAlgn="base" latinLnBrk="0" hangingPunct="0">
                <a:lnSpc>
                  <a:spcPct val="93000"/>
                </a:lnSpc>
                <a:spcBef>
                  <a:spcPts val="25"/>
                </a:spcBef>
                <a:spcAft>
                  <a:spcPts val="25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  <a:tabLst/>
                <a:defRPr/>
              </a:pPr>
              <a:endPara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1058" name="Line 34">
              <a:extLst>
                <a:ext uri="{FF2B5EF4-FFF2-40B4-BE49-F238E27FC236}">
                  <a16:creationId xmlns:a16="http://schemas.microsoft.com/office/drawing/2014/main" id="{0918E23B-7BAA-8F0B-841C-131026D426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24" y="722"/>
              <a:ext cx="5048" cy="2587"/>
            </a:xfrm>
            <a:prstGeom prst="line">
              <a:avLst/>
            </a:prstGeom>
            <a:noFill/>
            <a:ln w="9360" cap="flat">
              <a:solidFill>
                <a:srgbClr val="D3D5EB"/>
              </a:solidFill>
              <a:prstDash val="dashDot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457154" rtl="0" eaLnBrk="1" fontAlgn="base" latinLnBrk="0" hangingPunct="0">
                <a:lnSpc>
                  <a:spcPct val="93000"/>
                </a:lnSpc>
                <a:spcBef>
                  <a:spcPts val="25"/>
                </a:spcBef>
                <a:spcAft>
                  <a:spcPts val="25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  <a:tabLst/>
                <a:defRPr/>
              </a:pPr>
              <a:endPara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1059" name="Line 35">
              <a:extLst>
                <a:ext uri="{FF2B5EF4-FFF2-40B4-BE49-F238E27FC236}">
                  <a16:creationId xmlns:a16="http://schemas.microsoft.com/office/drawing/2014/main" id="{E9DAD749-094F-9AC0-75A9-71B9730104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67" y="722"/>
              <a:ext cx="5304" cy="3498"/>
            </a:xfrm>
            <a:prstGeom prst="line">
              <a:avLst/>
            </a:prstGeom>
            <a:noFill/>
            <a:ln w="9360" cap="flat">
              <a:solidFill>
                <a:srgbClr val="D3D5EB"/>
              </a:solidFill>
              <a:prstDash val="dashDot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457154" rtl="0" eaLnBrk="1" fontAlgn="base" latinLnBrk="0" hangingPunct="0">
                <a:lnSpc>
                  <a:spcPct val="93000"/>
                </a:lnSpc>
                <a:spcBef>
                  <a:spcPts val="25"/>
                </a:spcBef>
                <a:spcAft>
                  <a:spcPts val="25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  <a:tabLst/>
                <a:defRPr/>
              </a:pPr>
              <a:endPara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1060" name="Line 36">
              <a:extLst>
                <a:ext uri="{FF2B5EF4-FFF2-40B4-BE49-F238E27FC236}">
                  <a16:creationId xmlns:a16="http://schemas.microsoft.com/office/drawing/2014/main" id="{7B2251E5-E2ED-E635-A775-CC0CE5B6D6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1" y="722"/>
              <a:ext cx="4285" cy="3594"/>
            </a:xfrm>
            <a:prstGeom prst="line">
              <a:avLst/>
            </a:prstGeom>
            <a:noFill/>
            <a:ln w="9360" cap="flat">
              <a:solidFill>
                <a:srgbClr val="D3D5EB"/>
              </a:solidFill>
              <a:prstDash val="dashDot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457154" rtl="0" eaLnBrk="1" fontAlgn="base" latinLnBrk="0" hangingPunct="0">
                <a:lnSpc>
                  <a:spcPct val="93000"/>
                </a:lnSpc>
                <a:spcBef>
                  <a:spcPts val="25"/>
                </a:spcBef>
                <a:spcAft>
                  <a:spcPts val="25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  <a:tabLst/>
                <a:defRPr/>
              </a:pPr>
              <a:endPara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1061" name="Line 37">
              <a:extLst>
                <a:ext uri="{FF2B5EF4-FFF2-40B4-BE49-F238E27FC236}">
                  <a16:creationId xmlns:a16="http://schemas.microsoft.com/office/drawing/2014/main" id="{F2BF61E4-BAA5-734B-CF0E-AD798A4A30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91" y="722"/>
              <a:ext cx="3261" cy="3594"/>
            </a:xfrm>
            <a:prstGeom prst="line">
              <a:avLst/>
            </a:prstGeom>
            <a:noFill/>
            <a:ln w="9360" cap="flat">
              <a:solidFill>
                <a:srgbClr val="D3D5EB"/>
              </a:solidFill>
              <a:prstDash val="dashDot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457154" rtl="0" eaLnBrk="1" fontAlgn="base" latinLnBrk="0" hangingPunct="0">
                <a:lnSpc>
                  <a:spcPct val="93000"/>
                </a:lnSpc>
                <a:spcBef>
                  <a:spcPts val="25"/>
                </a:spcBef>
                <a:spcAft>
                  <a:spcPts val="25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  <a:tabLst/>
                <a:defRPr/>
              </a:pPr>
              <a:endPara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1062" name="Line 38">
              <a:extLst>
                <a:ext uri="{FF2B5EF4-FFF2-40B4-BE49-F238E27FC236}">
                  <a16:creationId xmlns:a16="http://schemas.microsoft.com/office/drawing/2014/main" id="{736B0C17-5AB9-F0C2-793F-CEF10302B7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5" y="724"/>
              <a:ext cx="2174" cy="3496"/>
            </a:xfrm>
            <a:prstGeom prst="line">
              <a:avLst/>
            </a:prstGeom>
            <a:noFill/>
            <a:ln w="9360" cap="flat">
              <a:solidFill>
                <a:srgbClr val="D3D5EB"/>
              </a:solidFill>
              <a:prstDash val="dashDot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457154" rtl="0" eaLnBrk="1" fontAlgn="base" latinLnBrk="0" hangingPunct="0">
                <a:lnSpc>
                  <a:spcPct val="93000"/>
                </a:lnSpc>
                <a:spcBef>
                  <a:spcPts val="25"/>
                </a:spcBef>
                <a:spcAft>
                  <a:spcPts val="25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  <a:tabLst/>
                <a:defRPr/>
              </a:pPr>
              <a:endPara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1063" name="Line 39">
              <a:extLst>
                <a:ext uri="{FF2B5EF4-FFF2-40B4-BE49-F238E27FC236}">
                  <a16:creationId xmlns:a16="http://schemas.microsoft.com/office/drawing/2014/main" id="{6524E62D-78FF-F857-F85B-E5986AB172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16" y="674"/>
              <a:ext cx="1406" cy="3642"/>
            </a:xfrm>
            <a:prstGeom prst="line">
              <a:avLst/>
            </a:prstGeom>
            <a:noFill/>
            <a:ln w="9360" cap="flat">
              <a:solidFill>
                <a:srgbClr val="D3D5EB"/>
              </a:solidFill>
              <a:prstDash val="dashDot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457154" rtl="0" eaLnBrk="1" fontAlgn="base" latinLnBrk="0" hangingPunct="0">
                <a:lnSpc>
                  <a:spcPct val="93000"/>
                </a:lnSpc>
                <a:spcBef>
                  <a:spcPts val="25"/>
                </a:spcBef>
                <a:spcAft>
                  <a:spcPts val="25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  <a:tabLst/>
                <a:defRPr/>
              </a:pPr>
              <a:endPara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1064" name="Line 40">
              <a:extLst>
                <a:ext uri="{FF2B5EF4-FFF2-40B4-BE49-F238E27FC236}">
                  <a16:creationId xmlns:a16="http://schemas.microsoft.com/office/drawing/2014/main" id="{A8DD8DE6-04BD-A6EB-0EB2-CE55C85E6A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2" y="676"/>
              <a:ext cx="1022" cy="3642"/>
            </a:xfrm>
            <a:prstGeom prst="line">
              <a:avLst/>
            </a:prstGeom>
            <a:noFill/>
            <a:ln w="9360" cap="flat">
              <a:solidFill>
                <a:srgbClr val="D3D5EB"/>
              </a:solidFill>
              <a:prstDash val="dashDot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457154" rtl="0" eaLnBrk="1" fontAlgn="base" latinLnBrk="0" hangingPunct="0">
                <a:lnSpc>
                  <a:spcPct val="93000"/>
                </a:lnSpc>
                <a:spcBef>
                  <a:spcPts val="25"/>
                </a:spcBef>
                <a:spcAft>
                  <a:spcPts val="25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  <a:tabLst/>
                <a:defRPr/>
              </a:pPr>
              <a:endPara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1065" name="Line 41">
              <a:extLst>
                <a:ext uri="{FF2B5EF4-FFF2-40B4-BE49-F238E27FC236}">
                  <a16:creationId xmlns:a16="http://schemas.microsoft.com/office/drawing/2014/main" id="{0A00B7C9-DF48-3659-AA29-D805CA7BE0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8" y="676"/>
              <a:ext cx="318" cy="3642"/>
            </a:xfrm>
            <a:prstGeom prst="line">
              <a:avLst/>
            </a:prstGeom>
            <a:noFill/>
            <a:ln w="9360" cap="flat">
              <a:solidFill>
                <a:srgbClr val="D3D5EB"/>
              </a:solidFill>
              <a:prstDash val="dashDot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457154" rtl="0" eaLnBrk="1" fontAlgn="base" latinLnBrk="0" hangingPunct="0">
                <a:lnSpc>
                  <a:spcPct val="93000"/>
                </a:lnSpc>
                <a:spcBef>
                  <a:spcPts val="25"/>
                </a:spcBef>
                <a:spcAft>
                  <a:spcPts val="25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  <a:tabLst/>
                <a:defRPr/>
              </a:pPr>
              <a:endPara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endParaRPr>
            </a:p>
          </p:txBody>
        </p:sp>
      </p:grpSp>
      <p:grpSp>
        <p:nvGrpSpPr>
          <p:cNvPr id="1066" name="Group 42">
            <a:extLst>
              <a:ext uri="{FF2B5EF4-FFF2-40B4-BE49-F238E27FC236}">
                <a16:creationId xmlns:a16="http://schemas.microsoft.com/office/drawing/2014/main" id="{02CC5C34-4F00-49A0-91BB-2D8EE44E17F2}"/>
              </a:ext>
            </a:extLst>
          </p:cNvPr>
          <p:cNvGrpSpPr>
            <a:grpSpLocks/>
          </p:cNvGrpSpPr>
          <p:nvPr/>
        </p:nvGrpSpPr>
        <p:grpSpPr bwMode="auto">
          <a:xfrm>
            <a:off x="1828562" y="868363"/>
            <a:ext cx="10296772" cy="119062"/>
            <a:chOff x="1152" y="547"/>
            <a:chExt cx="6487" cy="75"/>
          </a:xfrm>
        </p:grpSpPr>
        <p:sp>
          <p:nvSpPr>
            <p:cNvPr id="1067" name="Rectangle 43">
              <a:extLst>
                <a:ext uri="{FF2B5EF4-FFF2-40B4-BE49-F238E27FC236}">
                  <a16:creationId xmlns:a16="http://schemas.microsoft.com/office/drawing/2014/main" id="{33892309-BD5B-DAE6-F633-8F5883EC63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09" y="547"/>
              <a:ext cx="292" cy="75"/>
            </a:xfrm>
            <a:prstGeom prst="rect">
              <a:avLst/>
            </a:prstGeom>
            <a:solidFill>
              <a:srgbClr val="40458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457154" rtl="0" eaLnBrk="1" fontAlgn="base" latinLnBrk="0" hangingPunct="0">
                <a:lnSpc>
                  <a:spcPct val="93000"/>
                </a:lnSpc>
                <a:spcBef>
                  <a:spcPts val="25"/>
                </a:spcBef>
                <a:spcAft>
                  <a:spcPts val="25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  <a:tabLst/>
                <a:defRPr/>
              </a:pPr>
              <a:endPara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1068" name="Rectangle 44">
              <a:extLst>
                <a:ext uri="{FF2B5EF4-FFF2-40B4-BE49-F238E27FC236}">
                  <a16:creationId xmlns:a16="http://schemas.microsoft.com/office/drawing/2014/main" id="{A545E2EF-D7EF-1DEF-BDF8-98BCC4CEF7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36" y="547"/>
              <a:ext cx="261" cy="75"/>
            </a:xfrm>
            <a:prstGeom prst="rect">
              <a:avLst/>
            </a:prstGeom>
            <a:solidFill>
              <a:srgbClr val="40458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457154" rtl="0" eaLnBrk="1" fontAlgn="base" latinLnBrk="0" hangingPunct="0">
                <a:lnSpc>
                  <a:spcPct val="93000"/>
                </a:lnSpc>
                <a:spcBef>
                  <a:spcPts val="25"/>
                </a:spcBef>
                <a:spcAft>
                  <a:spcPts val="25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  <a:tabLst/>
                <a:defRPr/>
              </a:pPr>
              <a:endPara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1069" name="Rectangle 45">
              <a:extLst>
                <a:ext uri="{FF2B5EF4-FFF2-40B4-BE49-F238E27FC236}">
                  <a16:creationId xmlns:a16="http://schemas.microsoft.com/office/drawing/2014/main" id="{2C76E078-BA9A-0940-6EF3-ED04F74973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31" y="547"/>
              <a:ext cx="234" cy="75"/>
            </a:xfrm>
            <a:prstGeom prst="rect">
              <a:avLst/>
            </a:prstGeom>
            <a:solidFill>
              <a:srgbClr val="40458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457154" rtl="0" eaLnBrk="1" fontAlgn="base" latinLnBrk="0" hangingPunct="0">
                <a:lnSpc>
                  <a:spcPct val="93000"/>
                </a:lnSpc>
                <a:spcBef>
                  <a:spcPts val="25"/>
                </a:spcBef>
                <a:spcAft>
                  <a:spcPts val="25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  <a:tabLst/>
                <a:defRPr/>
              </a:pPr>
              <a:endPara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1070" name="Rectangle 46">
              <a:extLst>
                <a:ext uri="{FF2B5EF4-FFF2-40B4-BE49-F238E27FC236}">
                  <a16:creationId xmlns:a16="http://schemas.microsoft.com/office/drawing/2014/main" id="{6A68D7AC-4456-8157-B143-4933665A35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98" y="547"/>
              <a:ext cx="206" cy="75"/>
            </a:xfrm>
            <a:prstGeom prst="rect">
              <a:avLst/>
            </a:prstGeom>
            <a:solidFill>
              <a:srgbClr val="40458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457154" rtl="0" eaLnBrk="1" fontAlgn="base" latinLnBrk="0" hangingPunct="0">
                <a:lnSpc>
                  <a:spcPct val="93000"/>
                </a:lnSpc>
                <a:spcBef>
                  <a:spcPts val="25"/>
                </a:spcBef>
                <a:spcAft>
                  <a:spcPts val="25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  <a:tabLst/>
                <a:defRPr/>
              </a:pPr>
              <a:endPara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1071" name="Rectangle 47">
              <a:extLst>
                <a:ext uri="{FF2B5EF4-FFF2-40B4-BE49-F238E27FC236}">
                  <a16:creationId xmlns:a16="http://schemas.microsoft.com/office/drawing/2014/main" id="{DEC8CD33-BC1E-8D2B-F0E5-563A9D591B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37" y="547"/>
              <a:ext cx="175" cy="75"/>
            </a:xfrm>
            <a:prstGeom prst="rect">
              <a:avLst/>
            </a:prstGeom>
            <a:solidFill>
              <a:srgbClr val="40458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457154" rtl="0" eaLnBrk="1" fontAlgn="base" latinLnBrk="0" hangingPunct="0">
                <a:lnSpc>
                  <a:spcPct val="93000"/>
                </a:lnSpc>
                <a:spcBef>
                  <a:spcPts val="25"/>
                </a:spcBef>
                <a:spcAft>
                  <a:spcPts val="25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  <a:tabLst/>
                <a:defRPr/>
              </a:pPr>
              <a:endPara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1072" name="Rectangle 48">
              <a:extLst>
                <a:ext uri="{FF2B5EF4-FFF2-40B4-BE49-F238E27FC236}">
                  <a16:creationId xmlns:a16="http://schemas.microsoft.com/office/drawing/2014/main" id="{4B12B782-F466-FDBB-6527-6CAFF6AD8C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46" y="547"/>
              <a:ext cx="148" cy="75"/>
            </a:xfrm>
            <a:prstGeom prst="rect">
              <a:avLst/>
            </a:prstGeom>
            <a:solidFill>
              <a:srgbClr val="40458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457154" rtl="0" eaLnBrk="1" fontAlgn="base" latinLnBrk="0" hangingPunct="0">
                <a:lnSpc>
                  <a:spcPct val="93000"/>
                </a:lnSpc>
                <a:spcBef>
                  <a:spcPts val="25"/>
                </a:spcBef>
                <a:spcAft>
                  <a:spcPts val="25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  <a:tabLst/>
                <a:defRPr/>
              </a:pPr>
              <a:endPara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1073" name="Rectangle 49">
              <a:extLst>
                <a:ext uri="{FF2B5EF4-FFF2-40B4-BE49-F238E27FC236}">
                  <a16:creationId xmlns:a16="http://schemas.microsoft.com/office/drawing/2014/main" id="{F1B1491A-2E8C-93E5-0746-40FC5A60B1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547"/>
              <a:ext cx="4422" cy="75"/>
            </a:xfrm>
            <a:prstGeom prst="rect">
              <a:avLst/>
            </a:prstGeom>
            <a:solidFill>
              <a:srgbClr val="40458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457154" rtl="0" eaLnBrk="1" fontAlgn="base" latinLnBrk="0" hangingPunct="0">
                <a:lnSpc>
                  <a:spcPct val="93000"/>
                </a:lnSpc>
                <a:spcBef>
                  <a:spcPts val="25"/>
                </a:spcBef>
                <a:spcAft>
                  <a:spcPts val="25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  <a:tabLst/>
                <a:defRPr/>
              </a:pPr>
              <a:endPara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1074" name="Rectangle 50">
              <a:extLst>
                <a:ext uri="{FF2B5EF4-FFF2-40B4-BE49-F238E27FC236}">
                  <a16:creationId xmlns:a16="http://schemas.microsoft.com/office/drawing/2014/main" id="{1BD6DA7F-E7FD-0A29-D220-575F7BE425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30" y="547"/>
              <a:ext cx="51" cy="75"/>
            </a:xfrm>
            <a:prstGeom prst="rect">
              <a:avLst/>
            </a:prstGeom>
            <a:solidFill>
              <a:srgbClr val="40458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457154" rtl="0" eaLnBrk="1" fontAlgn="base" latinLnBrk="0" hangingPunct="0">
                <a:lnSpc>
                  <a:spcPct val="93000"/>
                </a:lnSpc>
                <a:spcBef>
                  <a:spcPts val="25"/>
                </a:spcBef>
                <a:spcAft>
                  <a:spcPts val="25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  <a:tabLst/>
                <a:defRPr/>
              </a:pPr>
              <a:endPara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1075" name="Rectangle 51">
              <a:extLst>
                <a:ext uri="{FF2B5EF4-FFF2-40B4-BE49-F238E27FC236}">
                  <a16:creationId xmlns:a16="http://schemas.microsoft.com/office/drawing/2014/main" id="{28F02F1B-F1B8-0448-D40A-DE894F195E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17" y="547"/>
              <a:ext cx="81" cy="75"/>
            </a:xfrm>
            <a:prstGeom prst="rect">
              <a:avLst/>
            </a:prstGeom>
            <a:solidFill>
              <a:srgbClr val="40458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457154" rtl="0" eaLnBrk="1" fontAlgn="base" latinLnBrk="0" hangingPunct="0">
                <a:lnSpc>
                  <a:spcPct val="93000"/>
                </a:lnSpc>
                <a:spcBef>
                  <a:spcPts val="25"/>
                </a:spcBef>
                <a:spcAft>
                  <a:spcPts val="25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  <a:tabLst/>
                <a:defRPr/>
              </a:pPr>
              <a:endPara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1076" name="Rectangle 52">
              <a:extLst>
                <a:ext uri="{FF2B5EF4-FFF2-40B4-BE49-F238E27FC236}">
                  <a16:creationId xmlns:a16="http://schemas.microsoft.com/office/drawing/2014/main" id="{5CC1ED61-FF2E-9E4E-751F-073A5AC571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80" y="547"/>
              <a:ext cx="106" cy="75"/>
            </a:xfrm>
            <a:prstGeom prst="rect">
              <a:avLst/>
            </a:prstGeom>
            <a:solidFill>
              <a:srgbClr val="40458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457154" rtl="0" eaLnBrk="1" fontAlgn="base" latinLnBrk="0" hangingPunct="0">
                <a:lnSpc>
                  <a:spcPct val="93000"/>
                </a:lnSpc>
                <a:spcBef>
                  <a:spcPts val="25"/>
                </a:spcBef>
                <a:spcAft>
                  <a:spcPts val="25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  <a:tabLst/>
                <a:defRPr/>
              </a:pPr>
              <a:endPara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1077" name="Rectangle 53">
              <a:extLst>
                <a:ext uri="{FF2B5EF4-FFF2-40B4-BE49-F238E27FC236}">
                  <a16:creationId xmlns:a16="http://schemas.microsoft.com/office/drawing/2014/main" id="{7127612E-43D1-9074-B28D-3FBC4FA5FA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27" y="547"/>
              <a:ext cx="119" cy="75"/>
            </a:xfrm>
            <a:prstGeom prst="rect">
              <a:avLst/>
            </a:prstGeom>
            <a:solidFill>
              <a:srgbClr val="40458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457154" rtl="0" eaLnBrk="1" fontAlgn="base" latinLnBrk="0" hangingPunct="0">
                <a:lnSpc>
                  <a:spcPct val="93000"/>
                </a:lnSpc>
                <a:spcBef>
                  <a:spcPts val="25"/>
                </a:spcBef>
                <a:spcAft>
                  <a:spcPts val="25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  <a:tabLst/>
                <a:defRPr/>
              </a:pPr>
              <a:endPara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1078" name="Rectangle 54">
              <a:extLst>
                <a:ext uri="{FF2B5EF4-FFF2-40B4-BE49-F238E27FC236}">
                  <a16:creationId xmlns:a16="http://schemas.microsoft.com/office/drawing/2014/main" id="{F45C4FDE-6DB9-8ABF-7214-F601AD06BE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14" y="547"/>
              <a:ext cx="25" cy="75"/>
            </a:xfrm>
            <a:prstGeom prst="rect">
              <a:avLst/>
            </a:prstGeom>
            <a:solidFill>
              <a:srgbClr val="40458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457154" rtl="0" eaLnBrk="1" fontAlgn="base" latinLnBrk="0" hangingPunct="0">
                <a:lnSpc>
                  <a:spcPct val="93000"/>
                </a:lnSpc>
                <a:spcBef>
                  <a:spcPts val="25"/>
                </a:spcBef>
                <a:spcAft>
                  <a:spcPts val="25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  <a:tabLst/>
                <a:defRPr/>
              </a:pPr>
              <a:endPara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endParaRPr>
            </a:p>
          </p:txBody>
        </p:sp>
      </p:grpSp>
      <p:pic>
        <p:nvPicPr>
          <p:cNvPr id="1079" name="Picture 55" hidden="1">
            <a:extLst>
              <a:ext uri="{FF2B5EF4-FFF2-40B4-BE49-F238E27FC236}">
                <a16:creationId xmlns:a16="http://schemas.microsoft.com/office/drawing/2014/main" id="{5232CBB6-2B2F-0D66-0449-35F0967DC1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28" y="63501"/>
            <a:ext cx="1626975" cy="898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080" name="Rectangle 56">
            <a:extLst>
              <a:ext uri="{FF2B5EF4-FFF2-40B4-BE49-F238E27FC236}">
                <a16:creationId xmlns:a16="http://schemas.microsoft.com/office/drawing/2014/main" id="{ED93D743-7AF2-A7F1-4BAA-525562B28B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057400"/>
            <a:ext cx="12190412" cy="4800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457154" rtl="0" eaLnBrk="1" fontAlgn="base" latinLnBrk="0" hangingPunct="0">
              <a:lnSpc>
                <a:spcPct val="93000"/>
              </a:lnSpc>
              <a:spcBef>
                <a:spcPts val="25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/>
              <a:defRPr/>
            </a:pPr>
            <a:endParaRPr kumimoji="0" lang="en-US" sz="2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</a:endParaRPr>
          </a:p>
        </p:txBody>
      </p:sp>
      <p:sp>
        <p:nvSpPr>
          <p:cNvPr id="1081" name="Rectangle 57">
            <a:extLst>
              <a:ext uri="{FF2B5EF4-FFF2-40B4-BE49-F238E27FC236}">
                <a16:creationId xmlns:a16="http://schemas.microsoft.com/office/drawing/2014/main" id="{43CFC432-4872-155B-7E92-D7A8C50DEA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0412" cy="2133600"/>
          </a:xfrm>
          <a:prstGeom prst="rect">
            <a:avLst/>
          </a:prstGeom>
          <a:gradFill rotWithShape="0">
            <a:gsLst>
              <a:gs pos="0">
                <a:srgbClr val="40458C"/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457154" rtl="0" eaLnBrk="1" fontAlgn="base" latinLnBrk="0" hangingPunct="0">
              <a:lnSpc>
                <a:spcPct val="93000"/>
              </a:lnSpc>
              <a:spcBef>
                <a:spcPts val="25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/>
              <a:defRPr/>
            </a:pPr>
            <a:endParaRPr kumimoji="0" lang="en-US" sz="2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</a:endParaRPr>
          </a:p>
        </p:txBody>
      </p:sp>
      <p:grpSp>
        <p:nvGrpSpPr>
          <p:cNvPr id="1082" name="Group 58">
            <a:extLst>
              <a:ext uri="{FF2B5EF4-FFF2-40B4-BE49-F238E27FC236}">
                <a16:creationId xmlns:a16="http://schemas.microsoft.com/office/drawing/2014/main" id="{60E594F3-3FB9-A64F-BB9F-1A333B7AD188}"/>
              </a:ext>
            </a:extLst>
          </p:cNvPr>
          <p:cNvGrpSpPr>
            <a:grpSpLocks/>
          </p:cNvGrpSpPr>
          <p:nvPr/>
        </p:nvGrpSpPr>
        <p:grpSpPr bwMode="auto">
          <a:xfrm>
            <a:off x="1117455" y="1"/>
            <a:ext cx="2231734" cy="6473825"/>
            <a:chOff x="704" y="0"/>
            <a:chExt cx="1406" cy="4078"/>
          </a:xfrm>
        </p:grpSpPr>
        <p:sp>
          <p:nvSpPr>
            <p:cNvPr id="1083" name="Rectangle 59">
              <a:extLst>
                <a:ext uri="{FF2B5EF4-FFF2-40B4-BE49-F238E27FC236}">
                  <a16:creationId xmlns:a16="http://schemas.microsoft.com/office/drawing/2014/main" id="{7F6AB2D7-A867-D6B1-7556-21156DE002F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315" y="2191"/>
              <a:ext cx="184" cy="1406"/>
            </a:xfrm>
            <a:prstGeom prst="rect">
              <a:avLst/>
            </a:prstGeom>
            <a:solidFill>
              <a:srgbClr val="40458C">
                <a:alpha val="5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457154" rtl="0" eaLnBrk="1" fontAlgn="base" latinLnBrk="0" hangingPunct="0">
                <a:lnSpc>
                  <a:spcPct val="93000"/>
                </a:lnSpc>
                <a:spcBef>
                  <a:spcPts val="25"/>
                </a:spcBef>
                <a:spcAft>
                  <a:spcPts val="25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  <a:tabLst/>
                <a:defRPr/>
              </a:pPr>
              <a:endPara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1084" name="Rectangle 60">
              <a:extLst>
                <a:ext uri="{FF2B5EF4-FFF2-40B4-BE49-F238E27FC236}">
                  <a16:creationId xmlns:a16="http://schemas.microsoft.com/office/drawing/2014/main" id="{3691B337-FFD1-7B51-EBA3-1D53786290A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325" y="2386"/>
              <a:ext cx="164" cy="1406"/>
            </a:xfrm>
            <a:prstGeom prst="rect">
              <a:avLst/>
            </a:prstGeom>
            <a:solidFill>
              <a:srgbClr val="40458C">
                <a:alpha val="5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457154" rtl="0" eaLnBrk="1" fontAlgn="base" latinLnBrk="0" hangingPunct="0">
                <a:lnSpc>
                  <a:spcPct val="93000"/>
                </a:lnSpc>
                <a:spcBef>
                  <a:spcPts val="25"/>
                </a:spcBef>
                <a:spcAft>
                  <a:spcPts val="25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  <a:tabLst/>
                <a:defRPr/>
              </a:pPr>
              <a:endPara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1085" name="Rectangle 61">
              <a:extLst>
                <a:ext uri="{FF2B5EF4-FFF2-40B4-BE49-F238E27FC236}">
                  <a16:creationId xmlns:a16="http://schemas.microsoft.com/office/drawing/2014/main" id="{8759D0E6-CB85-9170-E426-F5F49F66AB3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334" y="2564"/>
              <a:ext cx="146" cy="1406"/>
            </a:xfrm>
            <a:prstGeom prst="rect">
              <a:avLst/>
            </a:prstGeom>
            <a:solidFill>
              <a:srgbClr val="40458C">
                <a:alpha val="5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457154" rtl="0" eaLnBrk="1" fontAlgn="base" latinLnBrk="0" hangingPunct="0">
                <a:lnSpc>
                  <a:spcPct val="93000"/>
                </a:lnSpc>
                <a:spcBef>
                  <a:spcPts val="25"/>
                </a:spcBef>
                <a:spcAft>
                  <a:spcPts val="25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  <a:tabLst/>
                <a:defRPr/>
              </a:pPr>
              <a:endPara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1086" name="Rectangle 62">
              <a:extLst>
                <a:ext uri="{FF2B5EF4-FFF2-40B4-BE49-F238E27FC236}">
                  <a16:creationId xmlns:a16="http://schemas.microsoft.com/office/drawing/2014/main" id="{874DB789-CA5D-52F2-1E3D-C56FE86B668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343" y="2723"/>
              <a:ext cx="128" cy="1406"/>
            </a:xfrm>
            <a:prstGeom prst="rect">
              <a:avLst/>
            </a:prstGeom>
            <a:solidFill>
              <a:srgbClr val="40458C">
                <a:alpha val="5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457154" rtl="0" eaLnBrk="1" fontAlgn="base" latinLnBrk="0" hangingPunct="0">
                <a:lnSpc>
                  <a:spcPct val="93000"/>
                </a:lnSpc>
                <a:spcBef>
                  <a:spcPts val="25"/>
                </a:spcBef>
                <a:spcAft>
                  <a:spcPts val="25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  <a:tabLst/>
                <a:defRPr/>
              </a:pPr>
              <a:endPara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1087" name="Rectangle 63">
              <a:extLst>
                <a:ext uri="{FF2B5EF4-FFF2-40B4-BE49-F238E27FC236}">
                  <a16:creationId xmlns:a16="http://schemas.microsoft.com/office/drawing/2014/main" id="{D7296360-36E4-175B-9CD9-93840FD1811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352" y="2864"/>
              <a:ext cx="110" cy="1406"/>
            </a:xfrm>
            <a:prstGeom prst="rect">
              <a:avLst/>
            </a:prstGeom>
            <a:solidFill>
              <a:srgbClr val="40458C">
                <a:alpha val="5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457154" rtl="0" eaLnBrk="1" fontAlgn="base" latinLnBrk="0" hangingPunct="0">
                <a:lnSpc>
                  <a:spcPct val="93000"/>
                </a:lnSpc>
                <a:spcBef>
                  <a:spcPts val="25"/>
                </a:spcBef>
                <a:spcAft>
                  <a:spcPts val="25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  <a:tabLst/>
                <a:defRPr/>
              </a:pPr>
              <a:endPara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1088" name="Rectangle 64">
              <a:extLst>
                <a:ext uri="{FF2B5EF4-FFF2-40B4-BE49-F238E27FC236}">
                  <a16:creationId xmlns:a16="http://schemas.microsoft.com/office/drawing/2014/main" id="{68908437-8AE6-A953-6EFD-4EE45FAC173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361" y="2987"/>
              <a:ext cx="92" cy="1406"/>
            </a:xfrm>
            <a:prstGeom prst="rect">
              <a:avLst/>
            </a:prstGeom>
            <a:solidFill>
              <a:srgbClr val="40458C">
                <a:alpha val="5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457154" rtl="0" eaLnBrk="1" fontAlgn="base" latinLnBrk="0" hangingPunct="0">
                <a:lnSpc>
                  <a:spcPct val="93000"/>
                </a:lnSpc>
                <a:spcBef>
                  <a:spcPts val="25"/>
                </a:spcBef>
                <a:spcAft>
                  <a:spcPts val="25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  <a:tabLst/>
                <a:defRPr/>
              </a:pPr>
              <a:endPara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1089" name="Rectangle 65">
              <a:extLst>
                <a:ext uri="{FF2B5EF4-FFF2-40B4-BE49-F238E27FC236}">
                  <a16:creationId xmlns:a16="http://schemas.microsoft.com/office/drawing/2014/main" id="{0BE601C0-23A5-905E-A35F-CA0DA27EF5E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7" y="687"/>
              <a:ext cx="2780" cy="1406"/>
            </a:xfrm>
            <a:prstGeom prst="rect">
              <a:avLst/>
            </a:prstGeom>
            <a:solidFill>
              <a:srgbClr val="40458C">
                <a:alpha val="5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457154" rtl="0" eaLnBrk="1" fontAlgn="base" latinLnBrk="0" hangingPunct="0">
                <a:lnSpc>
                  <a:spcPct val="93000"/>
                </a:lnSpc>
                <a:spcBef>
                  <a:spcPts val="25"/>
                </a:spcBef>
                <a:spcAft>
                  <a:spcPts val="25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  <a:tabLst/>
                <a:defRPr/>
              </a:pPr>
              <a:endPara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1090" name="Rectangle 66">
              <a:extLst>
                <a:ext uri="{FF2B5EF4-FFF2-40B4-BE49-F238E27FC236}">
                  <a16:creationId xmlns:a16="http://schemas.microsoft.com/office/drawing/2014/main" id="{CC766A8E-ED10-1195-E130-5A19FE421C9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391" y="3324"/>
              <a:ext cx="32" cy="1406"/>
            </a:xfrm>
            <a:prstGeom prst="rect">
              <a:avLst/>
            </a:prstGeom>
            <a:solidFill>
              <a:srgbClr val="40458C">
                <a:alpha val="5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457154" rtl="0" eaLnBrk="1" fontAlgn="base" latinLnBrk="0" hangingPunct="0">
                <a:lnSpc>
                  <a:spcPct val="93000"/>
                </a:lnSpc>
                <a:spcBef>
                  <a:spcPts val="25"/>
                </a:spcBef>
                <a:spcAft>
                  <a:spcPts val="25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  <a:tabLst/>
                <a:defRPr/>
              </a:pPr>
              <a:endPara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1091" name="Rectangle 67">
              <a:extLst>
                <a:ext uri="{FF2B5EF4-FFF2-40B4-BE49-F238E27FC236}">
                  <a16:creationId xmlns:a16="http://schemas.microsoft.com/office/drawing/2014/main" id="{1F557BA2-1C08-BE46-E291-CB09ADBDCAF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382" y="3262"/>
              <a:ext cx="50" cy="1406"/>
            </a:xfrm>
            <a:prstGeom prst="rect">
              <a:avLst/>
            </a:prstGeom>
            <a:solidFill>
              <a:srgbClr val="40458C">
                <a:alpha val="5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457154" rtl="0" eaLnBrk="1" fontAlgn="base" latinLnBrk="0" hangingPunct="0">
                <a:lnSpc>
                  <a:spcPct val="93000"/>
                </a:lnSpc>
                <a:spcBef>
                  <a:spcPts val="25"/>
                </a:spcBef>
                <a:spcAft>
                  <a:spcPts val="25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  <a:tabLst/>
                <a:defRPr/>
              </a:pPr>
              <a:endPara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1092" name="Rectangle 68">
              <a:extLst>
                <a:ext uri="{FF2B5EF4-FFF2-40B4-BE49-F238E27FC236}">
                  <a16:creationId xmlns:a16="http://schemas.microsoft.com/office/drawing/2014/main" id="{E6794AFD-7AA9-2DF0-E01D-8D084FB6D18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374" y="3184"/>
              <a:ext cx="66" cy="1406"/>
            </a:xfrm>
            <a:prstGeom prst="rect">
              <a:avLst/>
            </a:prstGeom>
            <a:solidFill>
              <a:srgbClr val="40458C">
                <a:alpha val="5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457154" rtl="0" eaLnBrk="1" fontAlgn="base" latinLnBrk="0" hangingPunct="0">
                <a:lnSpc>
                  <a:spcPct val="93000"/>
                </a:lnSpc>
                <a:spcBef>
                  <a:spcPts val="25"/>
                </a:spcBef>
                <a:spcAft>
                  <a:spcPts val="25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  <a:tabLst/>
                <a:defRPr/>
              </a:pPr>
              <a:endPara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1093" name="Rectangle 69">
              <a:extLst>
                <a:ext uri="{FF2B5EF4-FFF2-40B4-BE49-F238E27FC236}">
                  <a16:creationId xmlns:a16="http://schemas.microsoft.com/office/drawing/2014/main" id="{130AD3BE-2B22-EC3B-791C-B721A658C04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369" y="3092"/>
              <a:ext cx="75" cy="1406"/>
            </a:xfrm>
            <a:prstGeom prst="rect">
              <a:avLst/>
            </a:prstGeom>
            <a:solidFill>
              <a:srgbClr val="40458C">
                <a:alpha val="5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457154" rtl="0" eaLnBrk="1" fontAlgn="base" latinLnBrk="0" hangingPunct="0">
                <a:lnSpc>
                  <a:spcPct val="93000"/>
                </a:lnSpc>
                <a:spcBef>
                  <a:spcPts val="25"/>
                </a:spcBef>
                <a:spcAft>
                  <a:spcPts val="25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  <a:tabLst/>
                <a:defRPr/>
              </a:pPr>
              <a:endPara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1094" name="Rectangle 70">
              <a:extLst>
                <a:ext uri="{FF2B5EF4-FFF2-40B4-BE49-F238E27FC236}">
                  <a16:creationId xmlns:a16="http://schemas.microsoft.com/office/drawing/2014/main" id="{D2EF5A36-1F6C-8392-68C6-9E9FC4AD5F9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400" y="3368"/>
              <a:ext cx="14" cy="1406"/>
            </a:xfrm>
            <a:prstGeom prst="rect">
              <a:avLst/>
            </a:prstGeom>
            <a:solidFill>
              <a:srgbClr val="40458C">
                <a:alpha val="5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457154" rtl="0" eaLnBrk="1" fontAlgn="base" latinLnBrk="0" hangingPunct="0">
                <a:lnSpc>
                  <a:spcPct val="93000"/>
                </a:lnSpc>
                <a:spcBef>
                  <a:spcPts val="25"/>
                </a:spcBef>
                <a:spcAft>
                  <a:spcPts val="25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  <a:tabLst/>
                <a:defRPr/>
              </a:pPr>
              <a:endPara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endParaRPr>
            </a:p>
          </p:txBody>
        </p:sp>
      </p:grpSp>
      <p:sp>
        <p:nvSpPr>
          <p:cNvPr id="1095" name="Rectangle 71">
            <a:extLst>
              <a:ext uri="{FF2B5EF4-FFF2-40B4-BE49-F238E27FC236}">
                <a16:creationId xmlns:a16="http://schemas.microsoft.com/office/drawing/2014/main" id="{E25343A1-FFE4-54F2-FD90-6008B59E51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68209" y="2514600"/>
            <a:ext cx="471426" cy="122238"/>
          </a:xfrm>
          <a:prstGeom prst="rect">
            <a:avLst/>
          </a:prstGeom>
          <a:solidFill>
            <a:srgbClr val="40458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457154" rtl="0" eaLnBrk="1" fontAlgn="base" latinLnBrk="0" hangingPunct="0">
              <a:lnSpc>
                <a:spcPct val="93000"/>
              </a:lnSpc>
              <a:spcBef>
                <a:spcPts val="25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/>
              <a:defRPr/>
            </a:pPr>
            <a:endParaRPr kumimoji="0" lang="en-US" sz="2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</a:endParaRPr>
          </a:p>
        </p:txBody>
      </p:sp>
      <p:sp>
        <p:nvSpPr>
          <p:cNvPr id="1096" name="Rectangle 72">
            <a:extLst>
              <a:ext uri="{FF2B5EF4-FFF2-40B4-BE49-F238E27FC236}">
                <a16:creationId xmlns:a16="http://schemas.microsoft.com/office/drawing/2014/main" id="{E6392BC8-3C92-E8E9-2E7E-DFAE021336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92016" y="2514600"/>
            <a:ext cx="420632" cy="122238"/>
          </a:xfrm>
          <a:prstGeom prst="rect">
            <a:avLst/>
          </a:prstGeom>
          <a:solidFill>
            <a:srgbClr val="40458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457154" rtl="0" eaLnBrk="1" fontAlgn="base" latinLnBrk="0" hangingPunct="0">
              <a:lnSpc>
                <a:spcPct val="93000"/>
              </a:lnSpc>
              <a:spcBef>
                <a:spcPts val="25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/>
              <a:defRPr/>
            </a:pPr>
            <a:endParaRPr kumimoji="0" lang="en-US" sz="2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</a:endParaRPr>
          </a:p>
        </p:txBody>
      </p:sp>
      <p:sp>
        <p:nvSpPr>
          <p:cNvPr id="1097" name="Rectangle 73">
            <a:extLst>
              <a:ext uri="{FF2B5EF4-FFF2-40B4-BE49-F238E27FC236}">
                <a16:creationId xmlns:a16="http://schemas.microsoft.com/office/drawing/2014/main" id="{F7525C3C-D81F-57C7-023E-FE1C83E7BD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65030" y="2514600"/>
            <a:ext cx="376188" cy="122238"/>
          </a:xfrm>
          <a:prstGeom prst="rect">
            <a:avLst/>
          </a:prstGeom>
          <a:solidFill>
            <a:srgbClr val="40458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457154" rtl="0" eaLnBrk="1" fontAlgn="base" latinLnBrk="0" hangingPunct="0">
              <a:lnSpc>
                <a:spcPct val="93000"/>
              </a:lnSpc>
              <a:spcBef>
                <a:spcPts val="25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/>
              <a:defRPr/>
            </a:pPr>
            <a:endParaRPr kumimoji="0" lang="en-US" sz="2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</a:endParaRPr>
          </a:p>
        </p:txBody>
      </p:sp>
      <p:sp>
        <p:nvSpPr>
          <p:cNvPr id="1098" name="Rectangle 74">
            <a:extLst>
              <a:ext uri="{FF2B5EF4-FFF2-40B4-BE49-F238E27FC236}">
                <a16:creationId xmlns:a16="http://schemas.microsoft.com/office/drawing/2014/main" id="{5E60368D-D88C-81F7-E579-34BF2F2E1E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93599" y="2514600"/>
            <a:ext cx="331744" cy="122238"/>
          </a:xfrm>
          <a:prstGeom prst="rect">
            <a:avLst/>
          </a:prstGeom>
          <a:solidFill>
            <a:srgbClr val="40458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457154" rtl="0" eaLnBrk="1" fontAlgn="base" latinLnBrk="0" hangingPunct="0">
              <a:lnSpc>
                <a:spcPct val="93000"/>
              </a:lnSpc>
              <a:spcBef>
                <a:spcPts val="25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/>
              <a:defRPr/>
            </a:pPr>
            <a:endParaRPr kumimoji="0" lang="en-US" sz="2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</a:endParaRPr>
          </a:p>
        </p:txBody>
      </p:sp>
      <p:sp>
        <p:nvSpPr>
          <p:cNvPr id="1099" name="Rectangle 75">
            <a:extLst>
              <a:ext uri="{FF2B5EF4-FFF2-40B4-BE49-F238E27FC236}">
                <a16:creationId xmlns:a16="http://schemas.microsoft.com/office/drawing/2014/main" id="{C997A3CB-E6C3-F980-8660-270C8682C3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6135" y="2514600"/>
            <a:ext cx="285713" cy="122238"/>
          </a:xfrm>
          <a:prstGeom prst="rect">
            <a:avLst/>
          </a:prstGeom>
          <a:solidFill>
            <a:srgbClr val="40458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457154" rtl="0" eaLnBrk="1" fontAlgn="base" latinLnBrk="0" hangingPunct="0">
              <a:lnSpc>
                <a:spcPct val="93000"/>
              </a:lnSpc>
              <a:spcBef>
                <a:spcPts val="25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/>
              <a:defRPr/>
            </a:pPr>
            <a:endParaRPr kumimoji="0" lang="en-US" sz="2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</a:endParaRPr>
          </a:p>
        </p:txBody>
      </p:sp>
      <p:sp>
        <p:nvSpPr>
          <p:cNvPr id="1100" name="Rectangle 76">
            <a:extLst>
              <a:ext uri="{FF2B5EF4-FFF2-40B4-BE49-F238E27FC236}">
                <a16:creationId xmlns:a16="http://schemas.microsoft.com/office/drawing/2014/main" id="{7BB545F1-E50C-5D4B-42E9-8F3AE63491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1055" y="2514600"/>
            <a:ext cx="241269" cy="122238"/>
          </a:xfrm>
          <a:prstGeom prst="rect">
            <a:avLst/>
          </a:prstGeom>
          <a:solidFill>
            <a:srgbClr val="40458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457154" rtl="0" eaLnBrk="1" fontAlgn="base" latinLnBrk="0" hangingPunct="0">
              <a:lnSpc>
                <a:spcPct val="93000"/>
              </a:lnSpc>
              <a:spcBef>
                <a:spcPts val="25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/>
              <a:defRPr/>
            </a:pPr>
            <a:endParaRPr kumimoji="0" lang="en-US" sz="2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</a:endParaRPr>
          </a:p>
        </p:txBody>
      </p:sp>
      <p:sp>
        <p:nvSpPr>
          <p:cNvPr id="1101" name="Rectangle 77">
            <a:extLst>
              <a:ext uri="{FF2B5EF4-FFF2-40B4-BE49-F238E27FC236}">
                <a16:creationId xmlns:a16="http://schemas.microsoft.com/office/drawing/2014/main" id="{D23C886A-5CCB-DFBA-C86C-E390CDFC32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3471" y="2514600"/>
            <a:ext cx="4552357" cy="122238"/>
          </a:xfrm>
          <a:prstGeom prst="rect">
            <a:avLst/>
          </a:prstGeom>
          <a:solidFill>
            <a:srgbClr val="40458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457154" rtl="0" eaLnBrk="1" fontAlgn="base" latinLnBrk="0" hangingPunct="0">
              <a:lnSpc>
                <a:spcPct val="93000"/>
              </a:lnSpc>
              <a:spcBef>
                <a:spcPts val="25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/>
              <a:defRPr/>
            </a:pPr>
            <a:endParaRPr kumimoji="0" lang="en-US" sz="2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</a:endParaRPr>
          </a:p>
        </p:txBody>
      </p:sp>
      <p:sp>
        <p:nvSpPr>
          <p:cNvPr id="1102" name="Rectangle 78">
            <a:extLst>
              <a:ext uri="{FF2B5EF4-FFF2-40B4-BE49-F238E27FC236}">
                <a16:creationId xmlns:a16="http://schemas.microsoft.com/office/drawing/2014/main" id="{6AB8D36D-7874-C5E3-4B09-5EF0B2B544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47558" y="2514600"/>
            <a:ext cx="85714" cy="122238"/>
          </a:xfrm>
          <a:prstGeom prst="rect">
            <a:avLst/>
          </a:prstGeom>
          <a:solidFill>
            <a:srgbClr val="40458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457154" rtl="0" eaLnBrk="1" fontAlgn="base" latinLnBrk="0" hangingPunct="0">
              <a:lnSpc>
                <a:spcPct val="93000"/>
              </a:lnSpc>
              <a:spcBef>
                <a:spcPts val="25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/>
              <a:defRPr/>
            </a:pPr>
            <a:endParaRPr kumimoji="0" lang="en-US" sz="2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</a:endParaRPr>
          </a:p>
        </p:txBody>
      </p:sp>
      <p:sp>
        <p:nvSpPr>
          <p:cNvPr id="1103" name="Rectangle 79">
            <a:extLst>
              <a:ext uri="{FF2B5EF4-FFF2-40B4-BE49-F238E27FC236}">
                <a16:creationId xmlns:a16="http://schemas.microsoft.com/office/drawing/2014/main" id="{FAB91B9B-BB76-DFB0-A74E-2F80D430AC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66606" y="2514600"/>
            <a:ext cx="133333" cy="122238"/>
          </a:xfrm>
          <a:prstGeom prst="rect">
            <a:avLst/>
          </a:prstGeom>
          <a:solidFill>
            <a:srgbClr val="40458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457154" rtl="0" eaLnBrk="1" fontAlgn="base" latinLnBrk="0" hangingPunct="0">
              <a:lnSpc>
                <a:spcPct val="93000"/>
              </a:lnSpc>
              <a:spcBef>
                <a:spcPts val="25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/>
              <a:defRPr/>
            </a:pPr>
            <a:endParaRPr kumimoji="0" lang="en-US" sz="2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</a:endParaRPr>
          </a:p>
        </p:txBody>
      </p:sp>
      <p:sp>
        <p:nvSpPr>
          <p:cNvPr id="1104" name="Rectangle 80">
            <a:extLst>
              <a:ext uri="{FF2B5EF4-FFF2-40B4-BE49-F238E27FC236}">
                <a16:creationId xmlns:a16="http://schemas.microsoft.com/office/drawing/2014/main" id="{1C3EA900-FBAD-895F-AC24-E06D47D438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45972" y="2514600"/>
            <a:ext cx="173015" cy="122238"/>
          </a:xfrm>
          <a:prstGeom prst="rect">
            <a:avLst/>
          </a:prstGeom>
          <a:solidFill>
            <a:srgbClr val="40458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457154" rtl="0" eaLnBrk="1" fontAlgn="base" latinLnBrk="0" hangingPunct="0">
              <a:lnSpc>
                <a:spcPct val="93000"/>
              </a:lnSpc>
              <a:spcBef>
                <a:spcPts val="25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/>
              <a:defRPr/>
            </a:pPr>
            <a:endParaRPr kumimoji="0" lang="en-US" sz="2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</a:endParaRPr>
          </a:p>
        </p:txBody>
      </p:sp>
      <p:sp>
        <p:nvSpPr>
          <p:cNvPr id="1105" name="Rectangle 81">
            <a:extLst>
              <a:ext uri="{FF2B5EF4-FFF2-40B4-BE49-F238E27FC236}">
                <a16:creationId xmlns:a16="http://schemas.microsoft.com/office/drawing/2014/main" id="{29184B43-1D04-9F96-400B-BA0F5F313C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99943" y="2514600"/>
            <a:ext cx="193650" cy="122238"/>
          </a:xfrm>
          <a:prstGeom prst="rect">
            <a:avLst/>
          </a:prstGeom>
          <a:solidFill>
            <a:srgbClr val="40458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457154" rtl="0" eaLnBrk="1" fontAlgn="base" latinLnBrk="0" hangingPunct="0">
              <a:lnSpc>
                <a:spcPct val="93000"/>
              </a:lnSpc>
              <a:spcBef>
                <a:spcPts val="25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/>
              <a:defRPr/>
            </a:pPr>
            <a:endParaRPr kumimoji="0" lang="en-US" sz="2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</a:endParaRPr>
          </a:p>
        </p:txBody>
      </p:sp>
      <p:sp>
        <p:nvSpPr>
          <p:cNvPr id="1106" name="Rectangle 82">
            <a:extLst>
              <a:ext uri="{FF2B5EF4-FFF2-40B4-BE49-F238E27FC236}">
                <a16:creationId xmlns:a16="http://schemas.microsoft.com/office/drawing/2014/main" id="{0452103B-284B-E274-5FCD-B1D6D77C30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80891" y="2514600"/>
            <a:ext cx="44444" cy="122238"/>
          </a:xfrm>
          <a:prstGeom prst="rect">
            <a:avLst/>
          </a:prstGeom>
          <a:solidFill>
            <a:srgbClr val="40458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457154" rtl="0" eaLnBrk="1" fontAlgn="base" latinLnBrk="0" hangingPunct="0">
              <a:lnSpc>
                <a:spcPct val="93000"/>
              </a:lnSpc>
              <a:spcBef>
                <a:spcPts val="25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/>
              <a:defRPr/>
            </a:pPr>
            <a:endParaRPr kumimoji="0" lang="en-US" sz="2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</a:endParaRPr>
          </a:p>
        </p:txBody>
      </p:sp>
      <p:grpSp>
        <p:nvGrpSpPr>
          <p:cNvPr id="1107" name="Group 83">
            <a:extLst>
              <a:ext uri="{FF2B5EF4-FFF2-40B4-BE49-F238E27FC236}">
                <a16:creationId xmlns:a16="http://schemas.microsoft.com/office/drawing/2014/main" id="{B3197FD0-CEA9-16D1-7F21-4A72E1B4E8CB}"/>
              </a:ext>
            </a:extLst>
          </p:cNvPr>
          <p:cNvGrpSpPr>
            <a:grpSpLocks/>
          </p:cNvGrpSpPr>
          <p:nvPr/>
        </p:nvGrpSpPr>
        <p:grpSpPr bwMode="auto">
          <a:xfrm>
            <a:off x="1117455" y="1"/>
            <a:ext cx="2231734" cy="6473825"/>
            <a:chOff x="704" y="0"/>
            <a:chExt cx="1406" cy="4078"/>
          </a:xfrm>
        </p:grpSpPr>
        <p:sp>
          <p:nvSpPr>
            <p:cNvPr id="1108" name="Rectangle 84">
              <a:extLst>
                <a:ext uri="{FF2B5EF4-FFF2-40B4-BE49-F238E27FC236}">
                  <a16:creationId xmlns:a16="http://schemas.microsoft.com/office/drawing/2014/main" id="{E06BEEB6-8CF4-9F3E-90D2-0FE6E882B38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315" y="2191"/>
              <a:ext cx="184" cy="1406"/>
            </a:xfrm>
            <a:prstGeom prst="rect">
              <a:avLst/>
            </a:prstGeom>
            <a:solidFill>
              <a:srgbClr val="40458C">
                <a:alpha val="5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457154" rtl="0" eaLnBrk="1" fontAlgn="base" latinLnBrk="0" hangingPunct="0">
                <a:lnSpc>
                  <a:spcPct val="93000"/>
                </a:lnSpc>
                <a:spcBef>
                  <a:spcPts val="25"/>
                </a:spcBef>
                <a:spcAft>
                  <a:spcPts val="25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  <a:tabLst/>
                <a:defRPr/>
              </a:pPr>
              <a:endPara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1109" name="Rectangle 85">
              <a:extLst>
                <a:ext uri="{FF2B5EF4-FFF2-40B4-BE49-F238E27FC236}">
                  <a16:creationId xmlns:a16="http://schemas.microsoft.com/office/drawing/2014/main" id="{EC568DA5-EFE6-67B3-F0BC-FCFADE88666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325" y="2386"/>
              <a:ext cx="164" cy="1406"/>
            </a:xfrm>
            <a:prstGeom prst="rect">
              <a:avLst/>
            </a:prstGeom>
            <a:solidFill>
              <a:srgbClr val="40458C">
                <a:alpha val="5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457154" rtl="0" eaLnBrk="1" fontAlgn="base" latinLnBrk="0" hangingPunct="0">
                <a:lnSpc>
                  <a:spcPct val="93000"/>
                </a:lnSpc>
                <a:spcBef>
                  <a:spcPts val="25"/>
                </a:spcBef>
                <a:spcAft>
                  <a:spcPts val="25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  <a:tabLst/>
                <a:defRPr/>
              </a:pPr>
              <a:endPara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1110" name="Rectangle 86">
              <a:extLst>
                <a:ext uri="{FF2B5EF4-FFF2-40B4-BE49-F238E27FC236}">
                  <a16:creationId xmlns:a16="http://schemas.microsoft.com/office/drawing/2014/main" id="{A2F60BCB-3FCC-1656-5292-EE58767DAD7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334" y="2564"/>
              <a:ext cx="146" cy="1406"/>
            </a:xfrm>
            <a:prstGeom prst="rect">
              <a:avLst/>
            </a:prstGeom>
            <a:solidFill>
              <a:srgbClr val="40458C">
                <a:alpha val="5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457154" rtl="0" eaLnBrk="1" fontAlgn="base" latinLnBrk="0" hangingPunct="0">
                <a:lnSpc>
                  <a:spcPct val="93000"/>
                </a:lnSpc>
                <a:spcBef>
                  <a:spcPts val="25"/>
                </a:spcBef>
                <a:spcAft>
                  <a:spcPts val="25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  <a:tabLst/>
                <a:defRPr/>
              </a:pPr>
              <a:endPara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1111" name="Rectangle 87">
              <a:extLst>
                <a:ext uri="{FF2B5EF4-FFF2-40B4-BE49-F238E27FC236}">
                  <a16:creationId xmlns:a16="http://schemas.microsoft.com/office/drawing/2014/main" id="{8DE0631B-C7E0-FF66-70EA-03D5E8F768E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343" y="2723"/>
              <a:ext cx="128" cy="1406"/>
            </a:xfrm>
            <a:prstGeom prst="rect">
              <a:avLst/>
            </a:prstGeom>
            <a:solidFill>
              <a:srgbClr val="40458C">
                <a:alpha val="5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457154" rtl="0" eaLnBrk="1" fontAlgn="base" latinLnBrk="0" hangingPunct="0">
                <a:lnSpc>
                  <a:spcPct val="93000"/>
                </a:lnSpc>
                <a:spcBef>
                  <a:spcPts val="25"/>
                </a:spcBef>
                <a:spcAft>
                  <a:spcPts val="25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  <a:tabLst/>
                <a:defRPr/>
              </a:pPr>
              <a:endPara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1112" name="Rectangle 88">
              <a:extLst>
                <a:ext uri="{FF2B5EF4-FFF2-40B4-BE49-F238E27FC236}">
                  <a16:creationId xmlns:a16="http://schemas.microsoft.com/office/drawing/2014/main" id="{5DA5E073-9BEB-5D70-7ED7-95169C1F7C1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352" y="2864"/>
              <a:ext cx="110" cy="1406"/>
            </a:xfrm>
            <a:prstGeom prst="rect">
              <a:avLst/>
            </a:prstGeom>
            <a:solidFill>
              <a:srgbClr val="40458C">
                <a:alpha val="5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457154" rtl="0" eaLnBrk="1" fontAlgn="base" latinLnBrk="0" hangingPunct="0">
                <a:lnSpc>
                  <a:spcPct val="93000"/>
                </a:lnSpc>
                <a:spcBef>
                  <a:spcPts val="25"/>
                </a:spcBef>
                <a:spcAft>
                  <a:spcPts val="25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  <a:tabLst/>
                <a:defRPr/>
              </a:pPr>
              <a:endPara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1113" name="Rectangle 89">
              <a:extLst>
                <a:ext uri="{FF2B5EF4-FFF2-40B4-BE49-F238E27FC236}">
                  <a16:creationId xmlns:a16="http://schemas.microsoft.com/office/drawing/2014/main" id="{746F876B-9C03-1021-5FE9-EC61426B67E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361" y="2987"/>
              <a:ext cx="92" cy="1406"/>
            </a:xfrm>
            <a:prstGeom prst="rect">
              <a:avLst/>
            </a:prstGeom>
            <a:solidFill>
              <a:srgbClr val="40458C">
                <a:alpha val="5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457154" rtl="0" eaLnBrk="1" fontAlgn="base" latinLnBrk="0" hangingPunct="0">
                <a:lnSpc>
                  <a:spcPct val="93000"/>
                </a:lnSpc>
                <a:spcBef>
                  <a:spcPts val="25"/>
                </a:spcBef>
                <a:spcAft>
                  <a:spcPts val="25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  <a:tabLst/>
                <a:defRPr/>
              </a:pPr>
              <a:endPara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1114" name="Rectangle 90">
              <a:extLst>
                <a:ext uri="{FF2B5EF4-FFF2-40B4-BE49-F238E27FC236}">
                  <a16:creationId xmlns:a16="http://schemas.microsoft.com/office/drawing/2014/main" id="{9A3A02A7-76D9-2724-329C-4C2DF180895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7" y="687"/>
              <a:ext cx="2780" cy="1406"/>
            </a:xfrm>
            <a:prstGeom prst="rect">
              <a:avLst/>
            </a:prstGeom>
            <a:solidFill>
              <a:srgbClr val="40458C">
                <a:alpha val="5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457154" rtl="0" eaLnBrk="1" fontAlgn="base" latinLnBrk="0" hangingPunct="0">
                <a:lnSpc>
                  <a:spcPct val="93000"/>
                </a:lnSpc>
                <a:spcBef>
                  <a:spcPts val="25"/>
                </a:spcBef>
                <a:spcAft>
                  <a:spcPts val="25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  <a:tabLst/>
                <a:defRPr/>
              </a:pPr>
              <a:endPara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1115" name="Rectangle 91">
              <a:extLst>
                <a:ext uri="{FF2B5EF4-FFF2-40B4-BE49-F238E27FC236}">
                  <a16:creationId xmlns:a16="http://schemas.microsoft.com/office/drawing/2014/main" id="{817BA984-EF9D-62EE-8809-07381C63EE1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391" y="3324"/>
              <a:ext cx="32" cy="1406"/>
            </a:xfrm>
            <a:prstGeom prst="rect">
              <a:avLst/>
            </a:prstGeom>
            <a:solidFill>
              <a:srgbClr val="40458C">
                <a:alpha val="5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457154" rtl="0" eaLnBrk="1" fontAlgn="base" latinLnBrk="0" hangingPunct="0">
                <a:lnSpc>
                  <a:spcPct val="93000"/>
                </a:lnSpc>
                <a:spcBef>
                  <a:spcPts val="25"/>
                </a:spcBef>
                <a:spcAft>
                  <a:spcPts val="25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  <a:tabLst/>
                <a:defRPr/>
              </a:pPr>
              <a:endPara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1116" name="Rectangle 92">
              <a:extLst>
                <a:ext uri="{FF2B5EF4-FFF2-40B4-BE49-F238E27FC236}">
                  <a16:creationId xmlns:a16="http://schemas.microsoft.com/office/drawing/2014/main" id="{1CAAA257-0856-C02D-C755-FFA083E5677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382" y="3262"/>
              <a:ext cx="50" cy="1406"/>
            </a:xfrm>
            <a:prstGeom prst="rect">
              <a:avLst/>
            </a:prstGeom>
            <a:solidFill>
              <a:srgbClr val="40458C">
                <a:alpha val="5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457154" rtl="0" eaLnBrk="1" fontAlgn="base" latinLnBrk="0" hangingPunct="0">
                <a:lnSpc>
                  <a:spcPct val="93000"/>
                </a:lnSpc>
                <a:spcBef>
                  <a:spcPts val="25"/>
                </a:spcBef>
                <a:spcAft>
                  <a:spcPts val="25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  <a:tabLst/>
                <a:defRPr/>
              </a:pPr>
              <a:endPara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1117" name="Rectangle 93">
              <a:extLst>
                <a:ext uri="{FF2B5EF4-FFF2-40B4-BE49-F238E27FC236}">
                  <a16:creationId xmlns:a16="http://schemas.microsoft.com/office/drawing/2014/main" id="{A1F15B35-F1FB-5A0D-B1F8-CDD3B144795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374" y="3184"/>
              <a:ext cx="66" cy="1406"/>
            </a:xfrm>
            <a:prstGeom prst="rect">
              <a:avLst/>
            </a:prstGeom>
            <a:solidFill>
              <a:srgbClr val="40458C">
                <a:alpha val="5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457154" rtl="0" eaLnBrk="1" fontAlgn="base" latinLnBrk="0" hangingPunct="0">
                <a:lnSpc>
                  <a:spcPct val="93000"/>
                </a:lnSpc>
                <a:spcBef>
                  <a:spcPts val="25"/>
                </a:spcBef>
                <a:spcAft>
                  <a:spcPts val="25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  <a:tabLst/>
                <a:defRPr/>
              </a:pPr>
              <a:endPara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1118" name="Rectangle 94">
              <a:extLst>
                <a:ext uri="{FF2B5EF4-FFF2-40B4-BE49-F238E27FC236}">
                  <a16:creationId xmlns:a16="http://schemas.microsoft.com/office/drawing/2014/main" id="{0758ACE4-8403-8563-270A-A9281FF4D2C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369" y="3092"/>
              <a:ext cx="75" cy="1406"/>
            </a:xfrm>
            <a:prstGeom prst="rect">
              <a:avLst/>
            </a:prstGeom>
            <a:solidFill>
              <a:srgbClr val="40458C">
                <a:alpha val="5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457154" rtl="0" eaLnBrk="1" fontAlgn="base" latinLnBrk="0" hangingPunct="0">
                <a:lnSpc>
                  <a:spcPct val="93000"/>
                </a:lnSpc>
                <a:spcBef>
                  <a:spcPts val="25"/>
                </a:spcBef>
                <a:spcAft>
                  <a:spcPts val="25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  <a:tabLst/>
                <a:defRPr/>
              </a:pPr>
              <a:endPara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1119" name="Rectangle 95">
              <a:extLst>
                <a:ext uri="{FF2B5EF4-FFF2-40B4-BE49-F238E27FC236}">
                  <a16:creationId xmlns:a16="http://schemas.microsoft.com/office/drawing/2014/main" id="{02531BC3-EF5D-107B-CEE4-E0872A474DA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400" y="3368"/>
              <a:ext cx="14" cy="1406"/>
            </a:xfrm>
            <a:prstGeom prst="rect">
              <a:avLst/>
            </a:prstGeom>
            <a:solidFill>
              <a:srgbClr val="40458C">
                <a:alpha val="5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457154" rtl="0" eaLnBrk="1" fontAlgn="base" latinLnBrk="0" hangingPunct="0">
                <a:lnSpc>
                  <a:spcPct val="93000"/>
                </a:lnSpc>
                <a:spcBef>
                  <a:spcPts val="25"/>
                </a:spcBef>
                <a:spcAft>
                  <a:spcPts val="25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  <a:tabLst/>
                <a:defRPr/>
              </a:pPr>
              <a:endPara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endParaRPr>
            </a:p>
          </p:txBody>
        </p:sp>
      </p:grpSp>
      <p:sp>
        <p:nvSpPr>
          <p:cNvPr id="1120" name="Rectangle 96">
            <a:extLst>
              <a:ext uri="{FF2B5EF4-FFF2-40B4-BE49-F238E27FC236}">
                <a16:creationId xmlns:a16="http://schemas.microsoft.com/office/drawing/2014/main" id="{8BEDDBC6-9816-AD1A-31A4-3A84FD186D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814267" y="152400"/>
            <a:ext cx="8198369" cy="1479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the title text format</a:t>
            </a:r>
          </a:p>
        </p:txBody>
      </p:sp>
      <p:sp>
        <p:nvSpPr>
          <p:cNvPr id="1121" name="Rectangle 97">
            <a:extLst>
              <a:ext uri="{FF2B5EF4-FFF2-40B4-BE49-F238E27FC236}">
                <a16:creationId xmlns:a16="http://schemas.microsoft.com/office/drawing/2014/main" id="{61479AE8-0D89-CF71-8501-84E642B233B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521" y="1604963"/>
            <a:ext cx="10968196" cy="3973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720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the outline text format</a:t>
            </a:r>
          </a:p>
          <a:p>
            <a:pPr lvl="1"/>
            <a:r>
              <a:rPr lang="en-GB" altLang="en-US"/>
              <a:t>Second Outline Level</a:t>
            </a:r>
          </a:p>
          <a:p>
            <a:pPr lvl="2"/>
            <a:r>
              <a:rPr lang="en-GB" altLang="en-US"/>
              <a:t>Third Outline Level</a:t>
            </a:r>
          </a:p>
          <a:p>
            <a:pPr lvl="3"/>
            <a:r>
              <a:rPr lang="en-GB" altLang="en-US"/>
              <a:t>Fourth Outline Level</a:t>
            </a:r>
          </a:p>
          <a:p>
            <a:pPr lvl="4"/>
            <a:r>
              <a:rPr lang="en-GB" altLang="en-US"/>
              <a:t>Fifth Outline Level</a:t>
            </a:r>
          </a:p>
          <a:p>
            <a:pPr lvl="4"/>
            <a:r>
              <a:rPr lang="en-GB" altLang="en-US"/>
              <a:t>Sixth Outline Level</a:t>
            </a:r>
          </a:p>
          <a:p>
            <a:pPr lvl="4"/>
            <a:r>
              <a:rPr lang="en-GB" altLang="en-US"/>
              <a:t>Seventh Outline Level</a:t>
            </a:r>
          </a:p>
        </p:txBody>
      </p:sp>
    </p:spTree>
    <p:extLst>
      <p:ext uri="{BB962C8B-B14F-4D97-AF65-F5344CB8AC3E}">
        <p14:creationId xmlns:p14="http://schemas.microsoft.com/office/powerpoint/2010/main" val="18330403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457154" rtl="0" fontAlgn="base">
        <a:lnSpc>
          <a:spcPct val="98000"/>
        </a:lnSpc>
        <a:spcBef>
          <a:spcPts val="25"/>
        </a:spcBef>
        <a:spcAft>
          <a:spcPts val="25"/>
        </a:spcAft>
        <a:buClr>
          <a:srgbClr val="000000"/>
        </a:buClr>
        <a:buSzPct val="100000"/>
        <a:buFont typeface="Times New Roman" panose="02020603050405020304" pitchFamily="18" charset="0"/>
        <a:defRPr kern="1200">
          <a:solidFill>
            <a:srgbClr val="40458C"/>
          </a:solidFill>
          <a:latin typeface="+mj-lt"/>
          <a:ea typeface="+mj-ea"/>
          <a:cs typeface="+mj-cs"/>
        </a:defRPr>
      </a:lvl1pPr>
      <a:lvl2pPr marL="742876" indent="-285721" algn="l" defTabSz="457154" rtl="0" fontAlgn="base">
        <a:lnSpc>
          <a:spcPct val="98000"/>
        </a:lnSpc>
        <a:spcBef>
          <a:spcPts val="25"/>
        </a:spcBef>
        <a:spcAft>
          <a:spcPts val="25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40458C"/>
          </a:solidFill>
          <a:latin typeface="Tahoma" panose="020B0604030504040204" pitchFamily="34" charset="0"/>
          <a:cs typeface="Noto Sans CJK SC" charset="0"/>
        </a:defRPr>
      </a:lvl2pPr>
      <a:lvl3pPr marL="1142886" indent="-228577" algn="l" defTabSz="457154" rtl="0" fontAlgn="base">
        <a:lnSpc>
          <a:spcPct val="98000"/>
        </a:lnSpc>
        <a:spcBef>
          <a:spcPts val="25"/>
        </a:spcBef>
        <a:spcAft>
          <a:spcPts val="25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40458C"/>
          </a:solidFill>
          <a:latin typeface="Tahoma" panose="020B0604030504040204" pitchFamily="34" charset="0"/>
          <a:cs typeface="Noto Sans CJK SC" charset="0"/>
        </a:defRPr>
      </a:lvl3pPr>
      <a:lvl4pPr marL="1600040" indent="-228577" algn="l" defTabSz="457154" rtl="0" fontAlgn="base">
        <a:lnSpc>
          <a:spcPct val="98000"/>
        </a:lnSpc>
        <a:spcBef>
          <a:spcPts val="25"/>
        </a:spcBef>
        <a:spcAft>
          <a:spcPts val="25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40458C"/>
          </a:solidFill>
          <a:latin typeface="Tahoma" panose="020B0604030504040204" pitchFamily="34" charset="0"/>
          <a:cs typeface="Noto Sans CJK SC" charset="0"/>
        </a:defRPr>
      </a:lvl4pPr>
      <a:lvl5pPr marL="2057194" indent="-228577" algn="l" defTabSz="457154" rtl="0" fontAlgn="base">
        <a:lnSpc>
          <a:spcPct val="98000"/>
        </a:lnSpc>
        <a:spcBef>
          <a:spcPts val="25"/>
        </a:spcBef>
        <a:spcAft>
          <a:spcPts val="25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40458C"/>
          </a:solidFill>
          <a:latin typeface="Tahoma" panose="020B0604030504040204" pitchFamily="34" charset="0"/>
          <a:cs typeface="Noto Sans CJK SC" charset="0"/>
        </a:defRPr>
      </a:lvl5pPr>
      <a:lvl6pPr marL="2514349" indent="-228577" algn="l" defTabSz="457154" rtl="0" fontAlgn="base">
        <a:lnSpc>
          <a:spcPct val="98000"/>
        </a:lnSpc>
        <a:spcBef>
          <a:spcPts val="25"/>
        </a:spcBef>
        <a:spcAft>
          <a:spcPts val="25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40458C"/>
          </a:solidFill>
          <a:latin typeface="Tahoma" panose="020B0604030504040204" pitchFamily="34" charset="0"/>
          <a:cs typeface="Noto Sans CJK SC" charset="0"/>
        </a:defRPr>
      </a:lvl6pPr>
      <a:lvl7pPr marL="2971503" indent="-228577" algn="l" defTabSz="457154" rtl="0" fontAlgn="base">
        <a:lnSpc>
          <a:spcPct val="98000"/>
        </a:lnSpc>
        <a:spcBef>
          <a:spcPts val="25"/>
        </a:spcBef>
        <a:spcAft>
          <a:spcPts val="25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40458C"/>
          </a:solidFill>
          <a:latin typeface="Tahoma" panose="020B0604030504040204" pitchFamily="34" charset="0"/>
          <a:cs typeface="Noto Sans CJK SC" charset="0"/>
        </a:defRPr>
      </a:lvl7pPr>
      <a:lvl8pPr marL="3428657" indent="-228577" algn="l" defTabSz="457154" rtl="0" fontAlgn="base">
        <a:lnSpc>
          <a:spcPct val="98000"/>
        </a:lnSpc>
        <a:spcBef>
          <a:spcPts val="25"/>
        </a:spcBef>
        <a:spcAft>
          <a:spcPts val="25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40458C"/>
          </a:solidFill>
          <a:latin typeface="Tahoma" panose="020B0604030504040204" pitchFamily="34" charset="0"/>
          <a:cs typeface="Noto Sans CJK SC" charset="0"/>
        </a:defRPr>
      </a:lvl8pPr>
      <a:lvl9pPr marL="3885811" indent="-228577" algn="l" defTabSz="457154" rtl="0" fontAlgn="base">
        <a:lnSpc>
          <a:spcPct val="98000"/>
        </a:lnSpc>
        <a:spcBef>
          <a:spcPts val="25"/>
        </a:spcBef>
        <a:spcAft>
          <a:spcPts val="25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40458C"/>
          </a:solidFill>
          <a:latin typeface="Tahoma" panose="020B0604030504040204" pitchFamily="34" charset="0"/>
          <a:cs typeface="Noto Sans CJK SC" charset="0"/>
        </a:defRPr>
      </a:lvl9pPr>
    </p:titleStyle>
    <p:bodyStyle>
      <a:lvl1pPr marL="342866" indent="-342866" algn="l" defTabSz="457154" rtl="0" fontAlgn="base" hangingPunct="0">
        <a:lnSpc>
          <a:spcPct val="98000"/>
        </a:lnSpc>
        <a:spcBef>
          <a:spcPts val="1438"/>
        </a:spcBef>
        <a:spcAft>
          <a:spcPts val="25"/>
        </a:spcAft>
        <a:buClr>
          <a:srgbClr val="000000"/>
        </a:buClr>
        <a:buSzPct val="100000"/>
        <a:buFont typeface="Times New Roman" panose="02020603050405020304" pitchFamily="18" charset="0"/>
        <a:defRPr sz="2800" kern="1200">
          <a:solidFill>
            <a:srgbClr val="40458C"/>
          </a:solidFill>
          <a:latin typeface="+mn-lt"/>
          <a:ea typeface="+mn-ea"/>
          <a:cs typeface="+mn-cs"/>
        </a:defRPr>
      </a:lvl1pPr>
      <a:lvl2pPr marL="742876" indent="-285721" algn="l" defTabSz="457154" rtl="0" fontAlgn="base" hangingPunct="0">
        <a:lnSpc>
          <a:spcPct val="98000"/>
        </a:lnSpc>
        <a:spcBef>
          <a:spcPts val="1150"/>
        </a:spcBef>
        <a:spcAft>
          <a:spcPts val="25"/>
        </a:spcAft>
        <a:buClr>
          <a:srgbClr val="000000"/>
        </a:buClr>
        <a:buSzPct val="100000"/>
        <a:buFont typeface="Times New Roman" panose="02020603050405020304" pitchFamily="18" charset="0"/>
        <a:defRPr sz="2000" kern="1200">
          <a:solidFill>
            <a:srgbClr val="40458C"/>
          </a:solidFill>
          <a:latin typeface="+mn-lt"/>
          <a:ea typeface="+mn-ea"/>
          <a:cs typeface="+mn-cs"/>
        </a:defRPr>
      </a:lvl2pPr>
      <a:lvl3pPr marL="1142886" indent="-228577" algn="l" defTabSz="457154" rtl="0" fontAlgn="base" hangingPunct="0">
        <a:lnSpc>
          <a:spcPct val="98000"/>
        </a:lnSpc>
        <a:spcBef>
          <a:spcPts val="875"/>
        </a:spcBef>
        <a:spcAft>
          <a:spcPts val="25"/>
        </a:spcAft>
        <a:buClr>
          <a:srgbClr val="000000"/>
        </a:buClr>
        <a:buSzPct val="100000"/>
        <a:buFont typeface="Times New Roman" panose="02020603050405020304" pitchFamily="18" charset="0"/>
        <a:defRPr kern="1200">
          <a:solidFill>
            <a:srgbClr val="40458C"/>
          </a:solidFill>
          <a:latin typeface="+mn-lt"/>
          <a:ea typeface="+mn-ea"/>
          <a:cs typeface="+mn-cs"/>
        </a:defRPr>
      </a:lvl3pPr>
      <a:lvl4pPr marL="1600040" indent="-228577" algn="l" defTabSz="457154" rtl="0" fontAlgn="base" hangingPunct="0">
        <a:lnSpc>
          <a:spcPct val="98000"/>
        </a:lnSpc>
        <a:spcBef>
          <a:spcPts val="588"/>
        </a:spcBef>
        <a:spcAft>
          <a:spcPts val="25"/>
        </a:spcAft>
        <a:buClr>
          <a:srgbClr val="000000"/>
        </a:buClr>
        <a:buSzPct val="100000"/>
        <a:buFont typeface="Times New Roman" panose="02020603050405020304" pitchFamily="18" charset="0"/>
        <a:defRPr kern="1200">
          <a:solidFill>
            <a:srgbClr val="40458C"/>
          </a:solidFill>
          <a:latin typeface="+mn-lt"/>
          <a:ea typeface="+mn-ea"/>
          <a:cs typeface="+mn-cs"/>
        </a:defRPr>
      </a:lvl4pPr>
      <a:lvl5pPr marL="2057194" indent="-228577" algn="l" defTabSz="457154" rtl="0" fontAlgn="base" hangingPunct="0">
        <a:lnSpc>
          <a:spcPct val="98000"/>
        </a:lnSpc>
        <a:spcBef>
          <a:spcPts val="300"/>
        </a:spcBef>
        <a:spcAft>
          <a:spcPts val="25"/>
        </a:spcAft>
        <a:buClr>
          <a:srgbClr val="000000"/>
        </a:buClr>
        <a:buSzPct val="100000"/>
        <a:buFont typeface="Times New Roman" panose="02020603050405020304" pitchFamily="18" charset="0"/>
        <a:defRPr sz="2000" kern="1200">
          <a:solidFill>
            <a:srgbClr val="40458C"/>
          </a:solidFill>
          <a:latin typeface="+mn-lt"/>
          <a:ea typeface="+mn-ea"/>
          <a:cs typeface="+mn-cs"/>
        </a:defRPr>
      </a:lvl5pPr>
      <a:lvl6pPr marL="2514349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03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657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811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54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09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63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17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71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26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80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234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4.emf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9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3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16C70-4DB2-35ED-0D6E-3D5AA9760A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62632" y="1122363"/>
            <a:ext cx="7305567" cy="2387600"/>
          </a:xfrm>
        </p:spPr>
        <p:txBody>
          <a:bodyPr>
            <a:normAutofit/>
          </a:bodyPr>
          <a:lstStyle/>
          <a:p>
            <a:r>
              <a:rPr lang="en-US" sz="6600" dirty="0"/>
              <a:t>FoxPlus Mechanical Layout and Design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6B02A7-21A2-24EE-94C1-38CBBBD742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39613" y="4326195"/>
            <a:ext cx="7128586" cy="1641986"/>
          </a:xfrm>
        </p:spPr>
        <p:txBody>
          <a:bodyPr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G. Andrew Robinson (gar3181@gmail.com)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KA3WDW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17Oct2025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ABEBC314-0DA3-0DA0-FE9E-1C989D27BA0B}"/>
              </a:ext>
            </a:extLst>
          </p:cNvPr>
          <p:cNvSpPr txBox="1">
            <a:spLocks/>
          </p:cNvSpPr>
          <p:nvPr/>
        </p:nvSpPr>
        <p:spPr bwMode="auto">
          <a:xfrm>
            <a:off x="3539613" y="3588545"/>
            <a:ext cx="8485239" cy="4327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7200" rIns="0" bIns="0" numCol="1" anchor="t" anchorCtr="0" compatLnSpc="1">
            <a:prstTxWarp prst="textNoShape">
              <a:avLst/>
            </a:prstTxWarp>
          </a:bodyPr>
          <a:lstStyle>
            <a:lvl1pPr marL="0" indent="0" algn="ctr" defTabSz="457154" rtl="0" fontAlgn="base" hangingPunct="0">
              <a:lnSpc>
                <a:spcPct val="98000"/>
              </a:lnSpc>
              <a:spcBef>
                <a:spcPts val="1438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z="2400" kern="1200">
                <a:solidFill>
                  <a:srgbClr val="40458C"/>
                </a:solidFill>
                <a:latin typeface="+mn-lt"/>
                <a:ea typeface="+mn-ea"/>
                <a:cs typeface="+mn-cs"/>
              </a:defRPr>
            </a:lvl1pPr>
            <a:lvl2pPr marL="457154" indent="0" algn="ctr" defTabSz="457154" rtl="0" fontAlgn="base" hangingPunct="0">
              <a:lnSpc>
                <a:spcPct val="98000"/>
              </a:lnSpc>
              <a:spcBef>
                <a:spcPts val="1150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z="2000" kern="1200">
                <a:solidFill>
                  <a:srgbClr val="40458C"/>
                </a:solidFill>
                <a:latin typeface="+mn-lt"/>
                <a:ea typeface="+mn-ea"/>
                <a:cs typeface="+mn-cs"/>
              </a:defRPr>
            </a:lvl2pPr>
            <a:lvl3pPr marL="914309" indent="0" algn="ctr" defTabSz="457154" rtl="0" fontAlgn="base" hangingPunct="0">
              <a:lnSpc>
                <a:spcPct val="98000"/>
              </a:lnSpc>
              <a:spcBef>
                <a:spcPts val="875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z="1800" kern="1200">
                <a:solidFill>
                  <a:srgbClr val="40458C"/>
                </a:solidFill>
                <a:latin typeface="+mn-lt"/>
                <a:ea typeface="+mn-ea"/>
                <a:cs typeface="+mn-cs"/>
              </a:defRPr>
            </a:lvl3pPr>
            <a:lvl4pPr marL="1371463" indent="0" algn="ctr" defTabSz="457154" rtl="0" fontAlgn="base" hangingPunct="0">
              <a:lnSpc>
                <a:spcPct val="98000"/>
              </a:lnSpc>
              <a:spcBef>
                <a:spcPts val="588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z="1600" kern="1200">
                <a:solidFill>
                  <a:srgbClr val="40458C"/>
                </a:solidFill>
                <a:latin typeface="+mn-lt"/>
                <a:ea typeface="+mn-ea"/>
                <a:cs typeface="+mn-cs"/>
              </a:defRPr>
            </a:lvl4pPr>
            <a:lvl5pPr marL="1828617" indent="0" algn="ctr" defTabSz="457154" rtl="0" fontAlgn="base" hangingPunct="0">
              <a:lnSpc>
                <a:spcPct val="98000"/>
              </a:lnSpc>
              <a:spcBef>
                <a:spcPts val="300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z="1600" kern="1200">
                <a:solidFill>
                  <a:srgbClr val="40458C"/>
                </a:solidFill>
                <a:latin typeface="+mn-lt"/>
                <a:ea typeface="+mn-ea"/>
                <a:cs typeface="+mn-cs"/>
              </a:defRPr>
            </a:lvl5pPr>
            <a:lvl6pPr marL="2285771" indent="0" algn="ctr" defTabSz="91430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26" indent="0" algn="ctr" defTabSz="91430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80" indent="0" algn="ctr" defTabSz="91430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34" indent="0" algn="ctr" defTabSz="91430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000" i="1" dirty="0"/>
              <a:t>43</a:t>
            </a:r>
            <a:r>
              <a:rPr lang="en-US" sz="2000" i="1" baseline="30000" dirty="0"/>
              <a:t>rd</a:t>
            </a:r>
            <a:r>
              <a:rPr lang="en-US" sz="2000" i="1" dirty="0"/>
              <a:t> Annual AMSAT Space Symposium and Annual General Meeting</a:t>
            </a:r>
          </a:p>
        </p:txBody>
      </p:sp>
      <p:pic>
        <p:nvPicPr>
          <p:cNvPr id="8" name="Picture 7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3627E96D-E13B-2F85-1CD6-F4399B6757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968" b="15394" l="1302" r="7487">
                        <a14:foregroundMark x1="2474" y1="10069" x2="2474" y2="10069"/>
                        <a14:foregroundMark x1="5990" y1="15509" x2="5990" y2="15509"/>
                        <a14:foregroundMark x1="7552" y1="7755" x2="7552" y2="7755"/>
                        <a14:foregroundMark x1="6576" y1="1968" x2="6576" y2="1968"/>
                        <a14:foregroundMark x1="2018" y1="3819" x2="2018" y2="3819"/>
                        <a14:foregroundMark x1="1302" y1="3819" x2="1302" y2="3819"/>
                        <a14:foregroundMark x1="3255" y1="15394" x2="3255" y2="1539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20" t="1146" r="91738" b="83634"/>
          <a:stretch>
            <a:fillRect/>
          </a:stretch>
        </p:blipFill>
        <p:spPr>
          <a:xfrm>
            <a:off x="9294019" y="15849"/>
            <a:ext cx="907256" cy="104378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5A2C180-4A30-9447-1AC2-167430F13871}"/>
              </a:ext>
            </a:extLst>
          </p:cNvPr>
          <p:cNvSpPr txBox="1"/>
          <p:nvPr/>
        </p:nvSpPr>
        <p:spPr>
          <a:xfrm>
            <a:off x="10086975" y="153020"/>
            <a:ext cx="218552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rgbClr val="E55009"/>
                </a:solidFill>
                <a:effectLst>
                  <a:reflection blurRad="6350" stA="55000" endA="300" endPos="45500" dir="5400000" sy="-100000" algn="bl" rotWithShape="0"/>
                </a:effectLst>
                <a:latin typeface="Georgia Pro" panose="02040502050405020303" pitchFamily="18" charset="0"/>
              </a:rPr>
              <a:t>FoxPlus</a:t>
            </a:r>
          </a:p>
        </p:txBody>
      </p:sp>
    </p:spTree>
    <p:extLst>
      <p:ext uri="{BB962C8B-B14F-4D97-AF65-F5344CB8AC3E}">
        <p14:creationId xmlns:p14="http://schemas.microsoft.com/office/powerpoint/2010/main" val="36534541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53CF00F-82D0-0DBA-75D5-1D01B4526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07335B1D-472F-AC9C-CD2B-D8E4E904D65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77024704"/>
              </p:ext>
              <p:ext uri="{E7BDC344-281C-4309-B0C6-D0EE65EED2A8}">
                <p202:designPr xmlns:p202="http://schemas.microsoft.com/office/powerpoint/2020/02/main">
                  <p202:designTagLst>
                    <p202:designTag name="ARCH:1:CLS" val="StackedSequentialRowTable"/>
                  </p202:designTagLst>
                </p202:designPr>
              </p:ext>
            </p:extLst>
          </p:nvPr>
        </p:nvGraphicFramePr>
        <p:xfrm>
          <a:off x="1092917" y="1311088"/>
          <a:ext cx="9984501" cy="4898034"/>
        </p:xfrm>
        <a:graphic>
          <a:graphicData uri="http://schemas.openxmlformats.org/drawingml/2006/table">
            <a:tbl>
              <a:tblPr bandRow="1">
                <a:noFill/>
                <a:tableStyleId>{5C22544A-7EE6-4342-B048-85BDC9FD1C3A}</a:tableStyleId>
              </a:tblPr>
              <a:tblGrid>
                <a:gridCol w="2254698">
                  <a:extLst>
                    <a:ext uri="{9D8B030D-6E8A-4147-A177-3AD203B41FA5}">
                      <a16:colId xmlns:a16="http://schemas.microsoft.com/office/drawing/2014/main" val="1613388384"/>
                    </a:ext>
                  </a:extLst>
                </a:gridCol>
                <a:gridCol w="7729803">
                  <a:extLst>
                    <a:ext uri="{9D8B030D-6E8A-4147-A177-3AD203B41FA5}">
                      <a16:colId xmlns:a16="http://schemas.microsoft.com/office/drawing/2014/main" val="1692357134"/>
                    </a:ext>
                  </a:extLst>
                </a:gridCol>
              </a:tblGrid>
              <a:tr h="7782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 b="1" cap="none" spc="0">
                          <a:solidFill>
                            <a:schemeClr val="accent1"/>
                          </a:solidFill>
                        </a:rPr>
                        <a:t>01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100" b="0" cap="none" spc="0" dirty="0">
                          <a:solidFill>
                            <a:schemeClr val="tx1"/>
                          </a:solidFill>
                        </a:rPr>
                        <a:t>FoxPlus Overview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9576237"/>
                  </a:ext>
                </a:extLst>
              </a:tr>
              <a:tr h="8147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 b="1" cap="none" spc="0">
                          <a:solidFill>
                            <a:schemeClr val="accent1"/>
                          </a:solidFill>
                        </a:rPr>
                        <a:t>02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100" b="0" cap="none" spc="0" dirty="0">
                          <a:solidFill>
                            <a:schemeClr val="tx1"/>
                          </a:solidFill>
                        </a:rPr>
                        <a:t>Hardware 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2624692"/>
                  </a:ext>
                </a:extLst>
              </a:tr>
              <a:tr h="7723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 b="1" cap="none" spc="0">
                          <a:solidFill>
                            <a:schemeClr val="accent1"/>
                          </a:solidFill>
                        </a:rPr>
                        <a:t>03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100" b="0" cap="none" spc="0" dirty="0">
                          <a:solidFill>
                            <a:schemeClr val="tx1"/>
                          </a:solidFill>
                        </a:rPr>
                        <a:t>Integration Challenges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5521777"/>
                  </a:ext>
                </a:extLst>
              </a:tr>
              <a:tr h="7723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 b="1" cap="none" spc="0">
                          <a:solidFill>
                            <a:schemeClr val="accent1"/>
                          </a:solidFill>
                        </a:rPr>
                        <a:t>04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100" b="0" cap="none" spc="0" dirty="0">
                          <a:solidFill>
                            <a:schemeClr val="tx1"/>
                          </a:solidFill>
                        </a:rPr>
                        <a:t>SV Assembly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9123545"/>
                  </a:ext>
                </a:extLst>
              </a:tr>
              <a:tr h="7723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 b="1" cap="none" spc="0" dirty="0">
                          <a:solidFill>
                            <a:schemeClr val="accent1"/>
                          </a:solidFill>
                        </a:rPr>
                        <a:t>05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100" b="0" cap="none" spc="0" dirty="0">
                          <a:solidFill>
                            <a:schemeClr val="tx1"/>
                          </a:solidFill>
                        </a:rPr>
                        <a:t>Current Status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9371890"/>
                  </a:ext>
                </a:extLst>
              </a:tr>
              <a:tr h="9400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 b="1" cap="none" spc="0" dirty="0">
                          <a:solidFill>
                            <a:schemeClr val="accent1"/>
                          </a:solidFill>
                        </a:rPr>
                        <a:t>06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100" b="0" cap="none" spc="0" dirty="0">
                          <a:solidFill>
                            <a:schemeClr val="tx1"/>
                          </a:solidFill>
                        </a:rPr>
                        <a:t>Path Forward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7579453"/>
                  </a:ext>
                </a:extLst>
              </a:tr>
            </a:tbl>
          </a:graphicData>
        </a:graphic>
      </p:graphicFrame>
      <p:pic>
        <p:nvPicPr>
          <p:cNvPr id="8" name="Picture 1">
            <a:extLst>
              <a:ext uri="{FF2B5EF4-FFF2-40B4-BE49-F238E27FC236}">
                <a16:creationId xmlns:a16="http://schemas.microsoft.com/office/drawing/2014/main" id="{D3B090E2-281C-90FE-9B25-5EE561615D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522215" cy="1114280"/>
          </a:xfrm>
          <a:prstGeom prst="rect">
            <a:avLst/>
          </a:prstGeom>
          <a:solidFill>
            <a:schemeClr val="bg1"/>
          </a:solidFill>
          <a:ln w="9525">
            <a:noFill/>
            <a:round/>
            <a:headEnd/>
            <a:tailEnd/>
          </a:ln>
          <a:effectLst/>
        </p:spPr>
      </p:pic>
      <p:sp>
        <p:nvSpPr>
          <p:cNvPr id="9" name="Line 2">
            <a:extLst>
              <a:ext uri="{FF2B5EF4-FFF2-40B4-BE49-F238E27FC236}">
                <a16:creationId xmlns:a16="http://schemas.microsoft.com/office/drawing/2014/main" id="{99192C83-CB67-E4F5-9EBD-C10075030344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1170282"/>
            <a:ext cx="10465025" cy="3175"/>
          </a:xfrm>
          <a:prstGeom prst="line">
            <a:avLst/>
          </a:prstGeom>
          <a:noFill/>
          <a:ln w="123840">
            <a:solidFill>
              <a:srgbClr val="6767B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758499F4-E789-A5D0-E399-7B19BC50CD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4594" y="349958"/>
            <a:ext cx="8942811" cy="4977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tIns="0" bIns="0" anchor="b"/>
          <a:lstStyle>
            <a:lvl1pPr>
              <a:lnSpc>
                <a:spcPct val="88000"/>
              </a:lnSpc>
              <a:spcBef>
                <a:spcPts val="1438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anose="020F0502020204030204" pitchFamily="34" charset="0"/>
                <a:cs typeface="Noto Sans CJK SC" charset="0"/>
              </a:defRPr>
            </a:lvl1pPr>
            <a:lvl2pPr>
              <a:lnSpc>
                <a:spcPct val="88000"/>
              </a:lnSpc>
              <a:spcBef>
                <a:spcPts val="1150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Noto Sans CJK SC" charset="0"/>
              </a:defRPr>
            </a:lvl2pPr>
            <a:lvl3pPr>
              <a:lnSpc>
                <a:spcPct val="88000"/>
              </a:lnSpc>
              <a:spcBef>
                <a:spcPts val="875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cs typeface="Noto Sans CJK SC" charset="0"/>
              </a:defRPr>
            </a:lvl3pPr>
            <a:lvl4pPr>
              <a:lnSpc>
                <a:spcPct val="88000"/>
              </a:lnSpc>
              <a:spcBef>
                <a:spcPts val="588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cs typeface="Noto Sans CJK SC" charset="0"/>
              </a:defRPr>
            </a:lvl4pPr>
            <a:lvl5pPr>
              <a:lnSpc>
                <a:spcPct val="88000"/>
              </a:lnSpc>
              <a:spcBef>
                <a:spcPts val="300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Noto Sans CJK SC" charset="0"/>
              </a:defRPr>
            </a:lvl5pPr>
            <a:lvl6pPr marL="2514600" indent="-228600" defTabSz="457200" eaLnBrk="0" fontAlgn="base" hangingPunct="0">
              <a:lnSpc>
                <a:spcPct val="88000"/>
              </a:lnSpc>
              <a:spcBef>
                <a:spcPts val="300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Noto Sans CJK SC" charset="0"/>
              </a:defRPr>
            </a:lvl6pPr>
            <a:lvl7pPr marL="2971800" indent="-228600" defTabSz="457200" eaLnBrk="0" fontAlgn="base" hangingPunct="0">
              <a:lnSpc>
                <a:spcPct val="88000"/>
              </a:lnSpc>
              <a:spcBef>
                <a:spcPts val="300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Noto Sans CJK SC" charset="0"/>
              </a:defRPr>
            </a:lvl7pPr>
            <a:lvl8pPr marL="3429000" indent="-228600" defTabSz="457200" eaLnBrk="0" fontAlgn="base" hangingPunct="0">
              <a:lnSpc>
                <a:spcPct val="88000"/>
              </a:lnSpc>
              <a:spcBef>
                <a:spcPts val="300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Noto Sans CJK SC" charset="0"/>
              </a:defRPr>
            </a:lvl8pPr>
            <a:lvl9pPr marL="3886200" indent="-228600" defTabSz="457200" eaLnBrk="0" fontAlgn="base" hangingPunct="0">
              <a:lnSpc>
                <a:spcPct val="88000"/>
              </a:lnSpc>
              <a:spcBef>
                <a:spcPts val="300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Noto Sans CJK SC" charset="0"/>
              </a:defRPr>
            </a:lvl9pPr>
          </a:lstStyle>
          <a:p>
            <a:pPr>
              <a:lnSpc>
                <a:spcPts val="3500"/>
              </a:lnSpc>
              <a:spcBef>
                <a:spcPts val="25"/>
              </a:spcBef>
              <a:buClrTx/>
            </a:pPr>
            <a:r>
              <a:rPr lang="en-US" altLang="en-US" sz="3200" dirty="0">
                <a:solidFill>
                  <a:srgbClr val="002060"/>
                </a:solidFill>
                <a:latin typeface="Tahoma" panose="020B0604030504040204" pitchFamily="34" charset="0"/>
              </a:rPr>
              <a:t>Agenda</a:t>
            </a:r>
          </a:p>
        </p:txBody>
      </p:sp>
      <p:sp>
        <p:nvSpPr>
          <p:cNvPr id="12" name="Line 7">
            <a:extLst>
              <a:ext uri="{FF2B5EF4-FFF2-40B4-BE49-F238E27FC236}">
                <a16:creationId xmlns:a16="http://schemas.microsoft.com/office/drawing/2014/main" id="{F5F467DD-3259-C7FF-3E93-AB99EA17824D}"/>
              </a:ext>
            </a:extLst>
          </p:cNvPr>
          <p:cNvSpPr>
            <a:spLocks noChangeShapeType="1"/>
          </p:cNvSpPr>
          <p:nvPr/>
        </p:nvSpPr>
        <p:spPr bwMode="auto">
          <a:xfrm>
            <a:off x="10552326" y="1171871"/>
            <a:ext cx="1585706" cy="0"/>
          </a:xfrm>
          <a:prstGeom prst="line">
            <a:avLst/>
          </a:prstGeom>
          <a:noFill/>
          <a:ln w="123840">
            <a:solidFill>
              <a:srgbClr val="6767B9"/>
            </a:solidFill>
            <a:prstDash val="sys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7E58553-BB57-5A5A-A718-473FDAA91B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9661" b="27337"/>
          <a:stretch>
            <a:fillRect/>
          </a:stretch>
        </p:blipFill>
        <p:spPr>
          <a:xfrm>
            <a:off x="9283073" y="58663"/>
            <a:ext cx="2850198" cy="996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199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8755E-423F-23C4-3532-3DAC5E3F8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2" name="Picture 1">
            <a:extLst>
              <a:ext uri="{FF2B5EF4-FFF2-40B4-BE49-F238E27FC236}">
                <a16:creationId xmlns:a16="http://schemas.microsoft.com/office/drawing/2014/main" id="{C2E259F5-52C4-D53B-9F13-224A62965E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522215" cy="1114280"/>
          </a:xfrm>
          <a:prstGeom prst="rect">
            <a:avLst/>
          </a:prstGeom>
          <a:solidFill>
            <a:schemeClr val="bg1"/>
          </a:solidFill>
          <a:ln w="9525">
            <a:noFill/>
            <a:round/>
            <a:headEnd/>
            <a:tailEnd/>
          </a:ln>
          <a:effectLst/>
        </p:spPr>
      </p:pic>
      <p:sp>
        <p:nvSpPr>
          <p:cNvPr id="40963" name="Line 2">
            <a:extLst>
              <a:ext uri="{FF2B5EF4-FFF2-40B4-BE49-F238E27FC236}">
                <a16:creationId xmlns:a16="http://schemas.microsoft.com/office/drawing/2014/main" id="{DA0779C9-EDB0-7470-DC13-E1BCCF6C4F5C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1170282"/>
            <a:ext cx="10465025" cy="3175"/>
          </a:xfrm>
          <a:prstGeom prst="line">
            <a:avLst/>
          </a:prstGeom>
          <a:noFill/>
          <a:ln w="123840">
            <a:solidFill>
              <a:srgbClr val="6767B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964" name="Rectangle 3">
            <a:extLst>
              <a:ext uri="{FF2B5EF4-FFF2-40B4-BE49-F238E27FC236}">
                <a16:creationId xmlns:a16="http://schemas.microsoft.com/office/drawing/2014/main" id="{19925FF0-DEC4-E250-1B2A-0DFCAAE740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4594" y="349958"/>
            <a:ext cx="8942811" cy="4977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tIns="0" bIns="0" anchor="b"/>
          <a:lstStyle>
            <a:lvl1pPr>
              <a:lnSpc>
                <a:spcPct val="88000"/>
              </a:lnSpc>
              <a:spcBef>
                <a:spcPts val="1438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anose="020F0502020204030204" pitchFamily="34" charset="0"/>
                <a:cs typeface="Noto Sans CJK SC" charset="0"/>
              </a:defRPr>
            </a:lvl1pPr>
            <a:lvl2pPr>
              <a:lnSpc>
                <a:spcPct val="88000"/>
              </a:lnSpc>
              <a:spcBef>
                <a:spcPts val="1150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Noto Sans CJK SC" charset="0"/>
              </a:defRPr>
            </a:lvl2pPr>
            <a:lvl3pPr>
              <a:lnSpc>
                <a:spcPct val="88000"/>
              </a:lnSpc>
              <a:spcBef>
                <a:spcPts val="875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cs typeface="Noto Sans CJK SC" charset="0"/>
              </a:defRPr>
            </a:lvl3pPr>
            <a:lvl4pPr>
              <a:lnSpc>
                <a:spcPct val="88000"/>
              </a:lnSpc>
              <a:spcBef>
                <a:spcPts val="588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cs typeface="Noto Sans CJK SC" charset="0"/>
              </a:defRPr>
            </a:lvl4pPr>
            <a:lvl5pPr>
              <a:lnSpc>
                <a:spcPct val="88000"/>
              </a:lnSpc>
              <a:spcBef>
                <a:spcPts val="300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Noto Sans CJK SC" charset="0"/>
              </a:defRPr>
            </a:lvl5pPr>
            <a:lvl6pPr marL="2514600" indent="-228600" defTabSz="457200" eaLnBrk="0" fontAlgn="base" hangingPunct="0">
              <a:lnSpc>
                <a:spcPct val="88000"/>
              </a:lnSpc>
              <a:spcBef>
                <a:spcPts val="300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Noto Sans CJK SC" charset="0"/>
              </a:defRPr>
            </a:lvl6pPr>
            <a:lvl7pPr marL="2971800" indent="-228600" defTabSz="457200" eaLnBrk="0" fontAlgn="base" hangingPunct="0">
              <a:lnSpc>
                <a:spcPct val="88000"/>
              </a:lnSpc>
              <a:spcBef>
                <a:spcPts val="300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Noto Sans CJK SC" charset="0"/>
              </a:defRPr>
            </a:lvl7pPr>
            <a:lvl8pPr marL="3429000" indent="-228600" defTabSz="457200" eaLnBrk="0" fontAlgn="base" hangingPunct="0">
              <a:lnSpc>
                <a:spcPct val="88000"/>
              </a:lnSpc>
              <a:spcBef>
                <a:spcPts val="300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Noto Sans CJK SC" charset="0"/>
              </a:defRPr>
            </a:lvl8pPr>
            <a:lvl9pPr marL="3886200" indent="-228600" defTabSz="457200" eaLnBrk="0" fontAlgn="base" hangingPunct="0">
              <a:lnSpc>
                <a:spcPct val="88000"/>
              </a:lnSpc>
              <a:spcBef>
                <a:spcPts val="300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Noto Sans CJK SC" charset="0"/>
              </a:defRPr>
            </a:lvl9pPr>
          </a:lstStyle>
          <a:p>
            <a:pPr>
              <a:lnSpc>
                <a:spcPts val="3500"/>
              </a:lnSpc>
              <a:spcBef>
                <a:spcPts val="25"/>
              </a:spcBef>
              <a:buClrTx/>
            </a:pPr>
            <a:r>
              <a:rPr lang="en-US" altLang="en-US" sz="3200" dirty="0">
                <a:solidFill>
                  <a:srgbClr val="002060"/>
                </a:solidFill>
                <a:latin typeface="Tahoma" panose="020B0604030504040204" pitchFamily="34" charset="0"/>
              </a:rPr>
              <a:t>FoxPlus Overview</a:t>
            </a:r>
          </a:p>
        </p:txBody>
      </p:sp>
      <p:sp>
        <p:nvSpPr>
          <p:cNvPr id="40989" name="Line 7">
            <a:extLst>
              <a:ext uri="{FF2B5EF4-FFF2-40B4-BE49-F238E27FC236}">
                <a16:creationId xmlns:a16="http://schemas.microsoft.com/office/drawing/2014/main" id="{F8AEF324-0312-BC57-0802-43BCB537A572}"/>
              </a:ext>
            </a:extLst>
          </p:cNvPr>
          <p:cNvSpPr>
            <a:spLocks noChangeShapeType="1"/>
          </p:cNvSpPr>
          <p:nvPr/>
        </p:nvSpPr>
        <p:spPr bwMode="auto">
          <a:xfrm>
            <a:off x="10552326" y="1171871"/>
            <a:ext cx="1585706" cy="0"/>
          </a:xfrm>
          <a:prstGeom prst="line">
            <a:avLst/>
          </a:prstGeom>
          <a:noFill/>
          <a:ln w="123840">
            <a:solidFill>
              <a:srgbClr val="6767B9"/>
            </a:solidFill>
            <a:prstDash val="sys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8736532-B461-9F82-C67B-286F5410F72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9661" b="27337"/>
          <a:stretch>
            <a:fillRect/>
          </a:stretch>
        </p:blipFill>
        <p:spPr>
          <a:xfrm>
            <a:off x="9283073" y="58663"/>
            <a:ext cx="2850198" cy="996954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218580-7B80-9568-0813-3838D33A94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007" y="1405575"/>
            <a:ext cx="4200563" cy="4873625"/>
          </a:xfrm>
        </p:spPr>
        <p:txBody>
          <a:bodyPr>
            <a:normAutofit/>
          </a:bodyPr>
          <a:lstStyle/>
          <a:p>
            <a:r>
              <a:rPr lang="en-US" sz="2800" dirty="0"/>
              <a:t>1U CubeSat design leveraging heritage AMSAT electronic “guts”</a:t>
            </a:r>
          </a:p>
          <a:p>
            <a:endParaRPr lang="en-US" sz="2800" dirty="0"/>
          </a:p>
          <a:p>
            <a:r>
              <a:rPr lang="en-US" sz="2800" dirty="0"/>
              <a:t>Utilize COTS hardware to promote accelerated timeline to launch</a:t>
            </a:r>
          </a:p>
          <a:p>
            <a:pPr lvl="1"/>
            <a:r>
              <a:rPr lang="en-US" sz="2400" dirty="0"/>
              <a:t>Hardware procured for FoxPlus-A and –B</a:t>
            </a:r>
          </a:p>
          <a:p>
            <a:endParaRPr lang="en-US" sz="2800" dirty="0"/>
          </a:p>
          <a:p>
            <a:r>
              <a:rPr lang="en-US" sz="2800" dirty="0"/>
              <a:t>LEO orbit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A9577B3-D6E7-5144-F40C-EE255A2166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7571" y="1495982"/>
            <a:ext cx="7395360" cy="3919399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75686484"/>
      </p:ext>
    </p:extLst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414EE-56EF-9B12-46C6-66866D0A7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2" name="Picture 1">
            <a:extLst>
              <a:ext uri="{FF2B5EF4-FFF2-40B4-BE49-F238E27FC236}">
                <a16:creationId xmlns:a16="http://schemas.microsoft.com/office/drawing/2014/main" id="{2329BC77-F9DB-F83B-0E74-CE7013D6A1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522215" cy="1114280"/>
          </a:xfrm>
          <a:prstGeom prst="rect">
            <a:avLst/>
          </a:prstGeom>
          <a:solidFill>
            <a:schemeClr val="bg1"/>
          </a:solidFill>
          <a:ln w="9525">
            <a:noFill/>
            <a:round/>
            <a:headEnd/>
            <a:tailEnd/>
          </a:ln>
          <a:effectLst/>
        </p:spPr>
      </p:pic>
      <p:sp>
        <p:nvSpPr>
          <p:cNvPr id="40963" name="Line 2">
            <a:extLst>
              <a:ext uri="{FF2B5EF4-FFF2-40B4-BE49-F238E27FC236}">
                <a16:creationId xmlns:a16="http://schemas.microsoft.com/office/drawing/2014/main" id="{B2FA7194-30F0-731E-DF92-402E02A0179C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1170282"/>
            <a:ext cx="10465025" cy="3175"/>
          </a:xfrm>
          <a:prstGeom prst="line">
            <a:avLst/>
          </a:prstGeom>
          <a:noFill/>
          <a:ln w="123840">
            <a:solidFill>
              <a:srgbClr val="6767B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964" name="Rectangle 3">
            <a:extLst>
              <a:ext uri="{FF2B5EF4-FFF2-40B4-BE49-F238E27FC236}">
                <a16:creationId xmlns:a16="http://schemas.microsoft.com/office/drawing/2014/main" id="{C014BF79-E9B3-16EE-A75A-91AAD61E48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4594" y="349958"/>
            <a:ext cx="7523259" cy="4977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tIns="0" bIns="0" anchor="b"/>
          <a:lstStyle>
            <a:lvl1pPr>
              <a:lnSpc>
                <a:spcPct val="88000"/>
              </a:lnSpc>
              <a:spcBef>
                <a:spcPts val="1438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anose="020F0502020204030204" pitchFamily="34" charset="0"/>
                <a:cs typeface="Noto Sans CJK SC" charset="0"/>
              </a:defRPr>
            </a:lvl1pPr>
            <a:lvl2pPr>
              <a:lnSpc>
                <a:spcPct val="88000"/>
              </a:lnSpc>
              <a:spcBef>
                <a:spcPts val="1150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Noto Sans CJK SC" charset="0"/>
              </a:defRPr>
            </a:lvl2pPr>
            <a:lvl3pPr>
              <a:lnSpc>
                <a:spcPct val="88000"/>
              </a:lnSpc>
              <a:spcBef>
                <a:spcPts val="875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cs typeface="Noto Sans CJK SC" charset="0"/>
              </a:defRPr>
            </a:lvl3pPr>
            <a:lvl4pPr>
              <a:lnSpc>
                <a:spcPct val="88000"/>
              </a:lnSpc>
              <a:spcBef>
                <a:spcPts val="588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cs typeface="Noto Sans CJK SC" charset="0"/>
              </a:defRPr>
            </a:lvl4pPr>
            <a:lvl5pPr>
              <a:lnSpc>
                <a:spcPct val="88000"/>
              </a:lnSpc>
              <a:spcBef>
                <a:spcPts val="300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Noto Sans CJK SC" charset="0"/>
              </a:defRPr>
            </a:lvl5pPr>
            <a:lvl6pPr marL="2514600" indent="-228600" defTabSz="457200" eaLnBrk="0" fontAlgn="base" hangingPunct="0">
              <a:lnSpc>
                <a:spcPct val="88000"/>
              </a:lnSpc>
              <a:spcBef>
                <a:spcPts val="300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Noto Sans CJK SC" charset="0"/>
              </a:defRPr>
            </a:lvl6pPr>
            <a:lvl7pPr marL="2971800" indent="-228600" defTabSz="457200" eaLnBrk="0" fontAlgn="base" hangingPunct="0">
              <a:lnSpc>
                <a:spcPct val="88000"/>
              </a:lnSpc>
              <a:spcBef>
                <a:spcPts val="300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Noto Sans CJK SC" charset="0"/>
              </a:defRPr>
            </a:lvl7pPr>
            <a:lvl8pPr marL="3429000" indent="-228600" defTabSz="457200" eaLnBrk="0" fontAlgn="base" hangingPunct="0">
              <a:lnSpc>
                <a:spcPct val="88000"/>
              </a:lnSpc>
              <a:spcBef>
                <a:spcPts val="300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Noto Sans CJK SC" charset="0"/>
              </a:defRPr>
            </a:lvl8pPr>
            <a:lvl9pPr marL="3886200" indent="-228600" defTabSz="457200" eaLnBrk="0" fontAlgn="base" hangingPunct="0">
              <a:lnSpc>
                <a:spcPct val="88000"/>
              </a:lnSpc>
              <a:spcBef>
                <a:spcPts val="300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Noto Sans CJK SC" charset="0"/>
              </a:defRPr>
            </a:lvl9pPr>
          </a:lstStyle>
          <a:p>
            <a:pPr>
              <a:lnSpc>
                <a:spcPts val="3500"/>
              </a:lnSpc>
              <a:spcBef>
                <a:spcPts val="25"/>
              </a:spcBef>
              <a:buClrTx/>
            </a:pPr>
            <a:r>
              <a:rPr lang="en-US" altLang="en-US" sz="3200" dirty="0" err="1">
                <a:solidFill>
                  <a:srgbClr val="002060"/>
                </a:solidFill>
                <a:latin typeface="Tahoma" panose="020B0604030504040204" pitchFamily="34" charset="0"/>
              </a:rPr>
              <a:t>FoxPlus</a:t>
            </a:r>
            <a:r>
              <a:rPr lang="en-US" altLang="en-US" sz="3200" dirty="0">
                <a:solidFill>
                  <a:srgbClr val="002060"/>
                </a:solidFill>
                <a:latin typeface="Tahoma" panose="020B0604030504040204" pitchFamily="34" charset="0"/>
              </a:rPr>
              <a:t> COTS Hardware</a:t>
            </a:r>
          </a:p>
        </p:txBody>
      </p:sp>
      <p:sp>
        <p:nvSpPr>
          <p:cNvPr id="40989" name="Line 7">
            <a:extLst>
              <a:ext uri="{FF2B5EF4-FFF2-40B4-BE49-F238E27FC236}">
                <a16:creationId xmlns:a16="http://schemas.microsoft.com/office/drawing/2014/main" id="{9BDB3703-F294-6FB5-77EB-D57311CF088C}"/>
              </a:ext>
            </a:extLst>
          </p:cNvPr>
          <p:cNvSpPr>
            <a:spLocks noChangeShapeType="1"/>
          </p:cNvSpPr>
          <p:nvPr/>
        </p:nvSpPr>
        <p:spPr bwMode="auto">
          <a:xfrm>
            <a:off x="10552326" y="1171871"/>
            <a:ext cx="1585706" cy="0"/>
          </a:xfrm>
          <a:prstGeom prst="line">
            <a:avLst/>
          </a:prstGeom>
          <a:noFill/>
          <a:ln w="123840">
            <a:solidFill>
              <a:srgbClr val="6767B9"/>
            </a:solidFill>
            <a:prstDash val="sys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BD0C112-6C10-9117-E672-16693D0EE11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9661" b="27337"/>
          <a:stretch>
            <a:fillRect/>
          </a:stretch>
        </p:blipFill>
        <p:spPr>
          <a:xfrm>
            <a:off x="9283073" y="58663"/>
            <a:ext cx="2850198" cy="996954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0C36CB-6537-975A-2743-BB80D6AE07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007" y="1405575"/>
            <a:ext cx="6172200" cy="4873625"/>
          </a:xfrm>
        </p:spPr>
        <p:txBody>
          <a:bodyPr/>
          <a:lstStyle/>
          <a:p>
            <a:r>
              <a:rPr lang="en-US" dirty="0"/>
              <a:t>Leveraging COTS 1U hardware from Innovative Solutions in Space (ISISpace) – isispace.nl</a:t>
            </a:r>
          </a:p>
          <a:p>
            <a:pPr lvl="1"/>
            <a:r>
              <a:rPr lang="en-US" dirty="0"/>
              <a:t>1U Frame</a:t>
            </a:r>
          </a:p>
          <a:p>
            <a:pPr lvl="1"/>
            <a:r>
              <a:rPr lang="en-US" dirty="0"/>
              <a:t>Power Battery Pack (PBP)</a:t>
            </a:r>
          </a:p>
          <a:p>
            <a:pPr lvl="1"/>
            <a:r>
              <a:rPr lang="en-US" dirty="0"/>
              <a:t>Power Integration Unit (PIU)</a:t>
            </a:r>
          </a:p>
          <a:p>
            <a:pPr lvl="1"/>
            <a:r>
              <a:rPr lang="en-US" dirty="0" err="1"/>
              <a:t>AntS</a:t>
            </a:r>
            <a:r>
              <a:rPr lang="en-US" dirty="0"/>
              <a:t> UHF/VHF Deployable Antenna</a:t>
            </a:r>
          </a:p>
          <a:p>
            <a:pPr lvl="1"/>
            <a:r>
              <a:rPr lang="en-US" dirty="0"/>
              <a:t>Solar Arrays (not shown)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04173B4-2211-A01A-23BA-E19BB564E0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999" y="1347743"/>
            <a:ext cx="3051854" cy="291430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2C0531-9963-D3EF-9C59-885750E246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91245" y="4450129"/>
            <a:ext cx="4108482" cy="19598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A9E2083-AC8D-8BB1-34EF-5989CD34D42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81418" y="2770555"/>
            <a:ext cx="3051853" cy="220374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44E97E0-D056-CF53-C726-7E5C4F47D3E9}"/>
              </a:ext>
            </a:extLst>
          </p:cNvPr>
          <p:cNvSpPr txBox="1"/>
          <p:nvPr/>
        </p:nvSpPr>
        <p:spPr>
          <a:xfrm>
            <a:off x="10416683" y="6594886"/>
            <a:ext cx="177531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i="1" dirty="0"/>
              <a:t>Images from isispace.nl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A20546-1238-31CF-71F5-9991171A0FD4}"/>
              </a:ext>
            </a:extLst>
          </p:cNvPr>
          <p:cNvSpPr txBox="1"/>
          <p:nvPr/>
        </p:nvSpPr>
        <p:spPr>
          <a:xfrm>
            <a:off x="7428293" y="4317035"/>
            <a:ext cx="103438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1U Frame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2E9F394-1CA7-65E9-1184-36DD815455F4}"/>
              </a:ext>
            </a:extLst>
          </p:cNvPr>
          <p:cNvSpPr txBox="1"/>
          <p:nvPr/>
        </p:nvSpPr>
        <p:spPr>
          <a:xfrm>
            <a:off x="10340640" y="4092773"/>
            <a:ext cx="59984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err="1"/>
              <a:t>AntS</a:t>
            </a:r>
            <a:endParaRPr lang="en-US" sz="1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19041EA-E63D-E62B-78FF-AC98B6A0393F}"/>
              </a:ext>
            </a:extLst>
          </p:cNvPr>
          <p:cNvSpPr txBox="1"/>
          <p:nvPr/>
        </p:nvSpPr>
        <p:spPr>
          <a:xfrm>
            <a:off x="5812915" y="6287029"/>
            <a:ext cx="21325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Power Integration Unit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4A39519-3B51-9A76-7915-D7B9D28C8EDA}"/>
              </a:ext>
            </a:extLst>
          </p:cNvPr>
          <p:cNvSpPr txBox="1"/>
          <p:nvPr/>
        </p:nvSpPr>
        <p:spPr>
          <a:xfrm>
            <a:off x="7963749" y="6287029"/>
            <a:ext cx="187352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Power Battery Pack</a:t>
            </a:r>
          </a:p>
        </p:txBody>
      </p:sp>
    </p:spTree>
    <p:extLst>
      <p:ext uri="{BB962C8B-B14F-4D97-AF65-F5344CB8AC3E}">
        <p14:creationId xmlns:p14="http://schemas.microsoft.com/office/powerpoint/2010/main" val="2600292354"/>
      </p:ext>
    </p:extLst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B31F53-6739-4D50-6B15-ECFD92955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0F800D6-8A07-2508-150E-616685D043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60" y="1649611"/>
            <a:ext cx="5375276" cy="4613481"/>
          </a:xfrm>
          <a:prstGeom prst="rect">
            <a:avLst/>
          </a:prstGeom>
        </p:spPr>
      </p:pic>
      <p:pic>
        <p:nvPicPr>
          <p:cNvPr id="40962" name="Picture 1">
            <a:extLst>
              <a:ext uri="{FF2B5EF4-FFF2-40B4-BE49-F238E27FC236}">
                <a16:creationId xmlns:a16="http://schemas.microsoft.com/office/drawing/2014/main" id="{27ACDE62-9A1E-5772-0357-03B766E861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9077"/>
            <a:ext cx="1522215" cy="11142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40963" name="Line 2">
            <a:extLst>
              <a:ext uri="{FF2B5EF4-FFF2-40B4-BE49-F238E27FC236}">
                <a16:creationId xmlns:a16="http://schemas.microsoft.com/office/drawing/2014/main" id="{1B5F0A87-4FAC-71DA-3F58-F1810E5696D0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1170282"/>
            <a:ext cx="10465025" cy="3175"/>
          </a:xfrm>
          <a:prstGeom prst="line">
            <a:avLst/>
          </a:prstGeom>
          <a:noFill/>
          <a:ln w="123840">
            <a:solidFill>
              <a:srgbClr val="0070C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964" name="Rectangle 3">
            <a:extLst>
              <a:ext uri="{FF2B5EF4-FFF2-40B4-BE49-F238E27FC236}">
                <a16:creationId xmlns:a16="http://schemas.microsoft.com/office/drawing/2014/main" id="{A75BB0A2-82FF-31DF-1D25-654AD671A7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9516" y="249654"/>
            <a:ext cx="7673558" cy="685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tIns="0" bIns="0" anchor="ctr"/>
          <a:lstStyle>
            <a:lvl1pPr>
              <a:lnSpc>
                <a:spcPct val="88000"/>
              </a:lnSpc>
              <a:spcBef>
                <a:spcPts val="1438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anose="020F0502020204030204" pitchFamily="34" charset="0"/>
                <a:cs typeface="Noto Sans CJK SC" charset="0"/>
              </a:defRPr>
            </a:lvl1pPr>
            <a:lvl2pPr>
              <a:lnSpc>
                <a:spcPct val="88000"/>
              </a:lnSpc>
              <a:spcBef>
                <a:spcPts val="1150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Noto Sans CJK SC" charset="0"/>
              </a:defRPr>
            </a:lvl2pPr>
            <a:lvl3pPr>
              <a:lnSpc>
                <a:spcPct val="88000"/>
              </a:lnSpc>
              <a:spcBef>
                <a:spcPts val="875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cs typeface="Noto Sans CJK SC" charset="0"/>
              </a:defRPr>
            </a:lvl3pPr>
            <a:lvl4pPr>
              <a:lnSpc>
                <a:spcPct val="88000"/>
              </a:lnSpc>
              <a:spcBef>
                <a:spcPts val="588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cs typeface="Noto Sans CJK SC" charset="0"/>
              </a:defRPr>
            </a:lvl4pPr>
            <a:lvl5pPr>
              <a:lnSpc>
                <a:spcPct val="88000"/>
              </a:lnSpc>
              <a:spcBef>
                <a:spcPts val="300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Noto Sans CJK SC" charset="0"/>
              </a:defRPr>
            </a:lvl5pPr>
            <a:lvl6pPr marL="2514600" indent="-228600" defTabSz="457200" eaLnBrk="0" fontAlgn="base" hangingPunct="0">
              <a:lnSpc>
                <a:spcPct val="88000"/>
              </a:lnSpc>
              <a:spcBef>
                <a:spcPts val="300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Noto Sans CJK SC" charset="0"/>
              </a:defRPr>
            </a:lvl6pPr>
            <a:lvl7pPr marL="2971800" indent="-228600" defTabSz="457200" eaLnBrk="0" fontAlgn="base" hangingPunct="0">
              <a:lnSpc>
                <a:spcPct val="88000"/>
              </a:lnSpc>
              <a:spcBef>
                <a:spcPts val="300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Noto Sans CJK SC" charset="0"/>
              </a:defRPr>
            </a:lvl7pPr>
            <a:lvl8pPr marL="3429000" indent="-228600" defTabSz="457200" eaLnBrk="0" fontAlgn="base" hangingPunct="0">
              <a:lnSpc>
                <a:spcPct val="88000"/>
              </a:lnSpc>
              <a:spcBef>
                <a:spcPts val="300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Noto Sans CJK SC" charset="0"/>
              </a:defRPr>
            </a:lvl8pPr>
            <a:lvl9pPr marL="3886200" indent="-228600" defTabSz="457200" eaLnBrk="0" fontAlgn="base" hangingPunct="0">
              <a:lnSpc>
                <a:spcPct val="88000"/>
              </a:lnSpc>
              <a:spcBef>
                <a:spcPts val="300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Noto Sans CJK SC" charset="0"/>
              </a:defRPr>
            </a:lvl9pPr>
          </a:lstStyle>
          <a:p>
            <a:pPr>
              <a:lnSpc>
                <a:spcPts val="3500"/>
              </a:lnSpc>
              <a:spcBef>
                <a:spcPts val="25"/>
              </a:spcBef>
              <a:buClrTx/>
            </a:pPr>
            <a:r>
              <a:rPr lang="en-US" altLang="en-US" sz="3200" dirty="0">
                <a:solidFill>
                  <a:srgbClr val="002060"/>
                </a:solidFill>
                <a:latin typeface="Tahoma" panose="020B0604030504040204" pitchFamily="34" charset="0"/>
              </a:rPr>
              <a:t>FoxPlus Layout Overview</a:t>
            </a:r>
          </a:p>
        </p:txBody>
      </p:sp>
      <p:sp>
        <p:nvSpPr>
          <p:cNvPr id="40968" name="TextBox 3">
            <a:extLst>
              <a:ext uri="{FF2B5EF4-FFF2-40B4-BE49-F238E27FC236}">
                <a16:creationId xmlns:a16="http://schemas.microsoft.com/office/drawing/2014/main" id="{6126BD03-05EF-3D5F-B889-93E3E94554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93687" y="5979008"/>
            <a:ext cx="1734544" cy="378516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pPr>
              <a:lnSpc>
                <a:spcPct val="93000"/>
              </a:lnSpc>
              <a:spcBef>
                <a:spcPts val="25"/>
              </a:spcBef>
              <a:spcAft>
                <a:spcPts val="25"/>
              </a:spcAft>
              <a:buClr>
                <a:srgbClr val="000000"/>
              </a:buClr>
              <a:buSzPct val="100000"/>
            </a:pPr>
            <a:r>
              <a:rPr lang="en-US" altLang="en-US" sz="2000"/>
              <a:t>ISISpace AntS</a:t>
            </a:r>
          </a:p>
        </p:txBody>
      </p:sp>
      <p:sp>
        <p:nvSpPr>
          <p:cNvPr id="40969" name="TextBox 4">
            <a:extLst>
              <a:ext uri="{FF2B5EF4-FFF2-40B4-BE49-F238E27FC236}">
                <a16:creationId xmlns:a16="http://schemas.microsoft.com/office/drawing/2014/main" id="{877AA874-264F-27CF-01A9-6F75904A20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46644" y="5375421"/>
            <a:ext cx="3982815" cy="378516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pPr algn="ctr">
              <a:lnSpc>
                <a:spcPct val="93000"/>
              </a:lnSpc>
              <a:spcBef>
                <a:spcPts val="25"/>
              </a:spcBef>
              <a:spcAft>
                <a:spcPts val="25"/>
              </a:spcAft>
              <a:buClr>
                <a:srgbClr val="000000"/>
              </a:buClr>
              <a:buSzPct val="100000"/>
            </a:pPr>
            <a:r>
              <a:rPr lang="en-US" altLang="en-US" sz="2000"/>
              <a:t>ISISpace Power Battery Pack (PBP)</a:t>
            </a:r>
          </a:p>
        </p:txBody>
      </p:sp>
      <p:sp>
        <p:nvSpPr>
          <p:cNvPr id="40970" name="TextBox 5">
            <a:extLst>
              <a:ext uri="{FF2B5EF4-FFF2-40B4-BE49-F238E27FC236}">
                <a16:creationId xmlns:a16="http://schemas.microsoft.com/office/drawing/2014/main" id="{14C86A64-5192-2AFD-8C75-63B04E0B2A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37299" y="4819817"/>
            <a:ext cx="3834576" cy="37856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pPr>
              <a:lnSpc>
                <a:spcPct val="93000"/>
              </a:lnSpc>
              <a:spcBef>
                <a:spcPts val="25"/>
              </a:spcBef>
              <a:spcAft>
                <a:spcPts val="25"/>
              </a:spcAft>
              <a:buClr>
                <a:srgbClr val="000000"/>
              </a:buClr>
              <a:buSzPct val="100000"/>
            </a:pPr>
            <a:r>
              <a:rPr lang="en-US" altLang="en-US" sz="2000" dirty="0"/>
              <a:t>FOX-ME-203 Mechanical Adapter</a:t>
            </a:r>
          </a:p>
        </p:txBody>
      </p:sp>
      <p:sp>
        <p:nvSpPr>
          <p:cNvPr id="40971" name="TextBox 6">
            <a:extLst>
              <a:ext uri="{FF2B5EF4-FFF2-40B4-BE49-F238E27FC236}">
                <a16:creationId xmlns:a16="http://schemas.microsoft.com/office/drawing/2014/main" id="{0163BB5F-FB9E-E90E-D4C0-AE37BB886A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3797" y="4128996"/>
            <a:ext cx="745620" cy="378516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pPr algn="ctr">
              <a:lnSpc>
                <a:spcPct val="93000"/>
              </a:lnSpc>
              <a:spcBef>
                <a:spcPts val="25"/>
              </a:spcBef>
              <a:spcAft>
                <a:spcPts val="25"/>
              </a:spcAft>
              <a:buClr>
                <a:srgbClr val="000000"/>
              </a:buClr>
              <a:buSzPct val="100000"/>
            </a:pPr>
            <a:r>
              <a:rPr lang="en-US" altLang="en-US" sz="2000"/>
              <a:t>RXTX</a:t>
            </a:r>
          </a:p>
        </p:txBody>
      </p:sp>
      <p:sp>
        <p:nvSpPr>
          <p:cNvPr id="40972" name="TextBox 7">
            <a:extLst>
              <a:ext uri="{FF2B5EF4-FFF2-40B4-BE49-F238E27FC236}">
                <a16:creationId xmlns:a16="http://schemas.microsoft.com/office/drawing/2014/main" id="{C800EFD2-8E21-E06F-D3F5-12D87A8522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2510" y="3609157"/>
            <a:ext cx="585341" cy="378516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pPr algn="ctr">
              <a:lnSpc>
                <a:spcPct val="93000"/>
              </a:lnSpc>
              <a:spcBef>
                <a:spcPts val="25"/>
              </a:spcBef>
              <a:spcAft>
                <a:spcPts val="25"/>
              </a:spcAft>
              <a:buClr>
                <a:srgbClr val="000000"/>
              </a:buClr>
              <a:buSzPct val="100000"/>
            </a:pPr>
            <a:r>
              <a:rPr lang="en-US" altLang="en-US" sz="2000"/>
              <a:t>ICR</a:t>
            </a:r>
          </a:p>
        </p:txBody>
      </p:sp>
      <p:sp>
        <p:nvSpPr>
          <p:cNvPr id="40973" name="TextBox 8">
            <a:extLst>
              <a:ext uri="{FF2B5EF4-FFF2-40B4-BE49-F238E27FC236}">
                <a16:creationId xmlns:a16="http://schemas.microsoft.com/office/drawing/2014/main" id="{BF356809-DFB0-FD74-932D-238DD4F208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4956" y="3090112"/>
            <a:ext cx="736003" cy="378516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pPr algn="ctr">
              <a:lnSpc>
                <a:spcPct val="93000"/>
              </a:lnSpc>
              <a:spcBef>
                <a:spcPts val="25"/>
              </a:spcBef>
              <a:spcAft>
                <a:spcPts val="25"/>
              </a:spcAft>
              <a:buClr>
                <a:srgbClr val="000000"/>
              </a:buClr>
              <a:buSzPct val="100000"/>
            </a:pPr>
            <a:r>
              <a:rPr lang="en-US" altLang="en-US" sz="2000"/>
              <a:t>LIHU</a:t>
            </a:r>
          </a:p>
        </p:txBody>
      </p:sp>
      <p:sp>
        <p:nvSpPr>
          <p:cNvPr id="40974" name="TextBox 9">
            <a:extLst>
              <a:ext uri="{FF2B5EF4-FFF2-40B4-BE49-F238E27FC236}">
                <a16:creationId xmlns:a16="http://schemas.microsoft.com/office/drawing/2014/main" id="{04D71699-D4F2-B842-AA8E-6B6FFFC54C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37299" y="2019908"/>
            <a:ext cx="4241187" cy="378516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pPr algn="ctr">
              <a:lnSpc>
                <a:spcPct val="93000"/>
              </a:lnSpc>
              <a:spcBef>
                <a:spcPts val="25"/>
              </a:spcBef>
              <a:spcAft>
                <a:spcPts val="25"/>
              </a:spcAft>
              <a:buClr>
                <a:srgbClr val="000000"/>
              </a:buClr>
              <a:buSzPct val="100000"/>
            </a:pPr>
            <a:r>
              <a:rPr lang="en-US" altLang="en-US" sz="2000"/>
              <a:t>ISISpace Power Integration Unit (PIU)</a:t>
            </a:r>
          </a:p>
        </p:txBody>
      </p:sp>
      <p:sp>
        <p:nvSpPr>
          <p:cNvPr id="40975" name="TextBox 10">
            <a:extLst>
              <a:ext uri="{FF2B5EF4-FFF2-40B4-BE49-F238E27FC236}">
                <a16:creationId xmlns:a16="http://schemas.microsoft.com/office/drawing/2014/main" id="{E0671F31-E186-03C0-93FA-D84C0FEDF1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02415" y="1500862"/>
            <a:ext cx="2277634" cy="378516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pPr algn="ctr">
              <a:lnSpc>
                <a:spcPct val="93000"/>
              </a:lnSpc>
              <a:spcBef>
                <a:spcPts val="25"/>
              </a:spcBef>
              <a:spcAft>
                <a:spcPts val="25"/>
              </a:spcAft>
              <a:buClr>
                <a:srgbClr val="000000"/>
              </a:buClr>
              <a:buSzPct val="100000"/>
            </a:pPr>
            <a:r>
              <a:rPr lang="en-US" altLang="en-US" sz="2000"/>
              <a:t>ISISpace 1U Frame</a:t>
            </a:r>
          </a:p>
        </p:txBody>
      </p:sp>
      <p:sp>
        <p:nvSpPr>
          <p:cNvPr id="40977" name="TextBox 12">
            <a:extLst>
              <a:ext uri="{FF2B5EF4-FFF2-40B4-BE49-F238E27FC236}">
                <a16:creationId xmlns:a16="http://schemas.microsoft.com/office/drawing/2014/main" id="{A48F6AC5-4839-A1D2-E9B3-2531B8B786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5206" y="2539722"/>
            <a:ext cx="4603440" cy="37856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pPr>
              <a:lnSpc>
                <a:spcPct val="93000"/>
              </a:lnSpc>
              <a:spcBef>
                <a:spcPts val="25"/>
              </a:spcBef>
              <a:spcAft>
                <a:spcPts val="25"/>
              </a:spcAft>
              <a:buClr>
                <a:srgbClr val="000000"/>
              </a:buClr>
              <a:buSzPct val="100000"/>
            </a:pPr>
            <a:r>
              <a:rPr lang="en-US" altLang="en-US" sz="2000" dirty="0"/>
              <a:t>FOX-ME-204 Power Signal Adapter (PSA)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28212EE-CD69-20AE-2933-191D8042E003}"/>
              </a:ext>
            </a:extLst>
          </p:cNvPr>
          <p:cNvCxnSpPr>
            <a:cxnSpLocks/>
            <a:stCxn id="40968" idx="1"/>
          </p:cNvCxnSpPr>
          <p:nvPr/>
        </p:nvCxnSpPr>
        <p:spPr bwMode="auto">
          <a:xfrm flipH="1" flipV="1">
            <a:off x="4539343" y="5789750"/>
            <a:ext cx="1754344" cy="378516"/>
          </a:xfrm>
          <a:prstGeom prst="straightConnector1">
            <a:avLst/>
          </a:prstGeom>
          <a:ln>
            <a:headEnd type="none" w="med" len="med"/>
            <a:tailEnd type="triangle"/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3AF02AD-E762-FD3D-1C3A-C379482F4656}"/>
              </a:ext>
            </a:extLst>
          </p:cNvPr>
          <p:cNvCxnSpPr>
            <a:cxnSpLocks/>
            <a:stCxn id="40969" idx="1"/>
          </p:cNvCxnSpPr>
          <p:nvPr/>
        </p:nvCxnSpPr>
        <p:spPr bwMode="auto">
          <a:xfrm flipH="1" flipV="1">
            <a:off x="4649182" y="4954710"/>
            <a:ext cx="1697462" cy="609969"/>
          </a:xfrm>
          <a:prstGeom prst="straightConnector1">
            <a:avLst/>
          </a:prstGeom>
          <a:ln>
            <a:headEnd type="none" w="med" len="med"/>
            <a:tailEnd type="triangle"/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D5729AB-411D-CE0B-C61A-D438E9FA75CA}"/>
              </a:ext>
            </a:extLst>
          </p:cNvPr>
          <p:cNvCxnSpPr>
            <a:cxnSpLocks/>
            <a:stCxn id="40970" idx="1"/>
          </p:cNvCxnSpPr>
          <p:nvPr/>
        </p:nvCxnSpPr>
        <p:spPr bwMode="auto">
          <a:xfrm flipH="1" flipV="1">
            <a:off x="4539343" y="4370613"/>
            <a:ext cx="1797956" cy="638487"/>
          </a:xfrm>
          <a:prstGeom prst="straightConnector1">
            <a:avLst/>
          </a:prstGeom>
          <a:ln>
            <a:headEnd type="none" w="med" len="med"/>
            <a:tailEnd type="triangle"/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5B1B00C-2299-5877-255B-B19F3A6ED304}"/>
              </a:ext>
            </a:extLst>
          </p:cNvPr>
          <p:cNvCxnSpPr>
            <a:cxnSpLocks/>
            <a:stCxn id="40971" idx="1"/>
          </p:cNvCxnSpPr>
          <p:nvPr/>
        </p:nvCxnSpPr>
        <p:spPr bwMode="auto">
          <a:xfrm flipH="1" flipV="1">
            <a:off x="4223657" y="4128202"/>
            <a:ext cx="2240140" cy="190052"/>
          </a:xfrm>
          <a:prstGeom prst="straightConnector1">
            <a:avLst/>
          </a:prstGeom>
          <a:ln>
            <a:headEnd type="none" w="med" len="med"/>
            <a:tailEnd type="triangle"/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1911127-90BD-CDD8-3CFC-C0D83C587CC2}"/>
              </a:ext>
            </a:extLst>
          </p:cNvPr>
          <p:cNvCxnSpPr>
            <a:cxnSpLocks/>
            <a:stCxn id="40972" idx="1"/>
          </p:cNvCxnSpPr>
          <p:nvPr/>
        </p:nvCxnSpPr>
        <p:spPr bwMode="auto">
          <a:xfrm flipH="1">
            <a:off x="4223657" y="3798415"/>
            <a:ext cx="2198853" cy="21022"/>
          </a:xfrm>
          <a:prstGeom prst="straightConnector1">
            <a:avLst/>
          </a:prstGeom>
          <a:ln>
            <a:headEnd type="none" w="med" len="med"/>
            <a:tailEnd type="triangle"/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E9C99AF-1F74-9C36-8B64-ADFD767FB14A}"/>
              </a:ext>
            </a:extLst>
          </p:cNvPr>
          <p:cNvCxnSpPr>
            <a:cxnSpLocks/>
            <a:stCxn id="40973" idx="1"/>
          </p:cNvCxnSpPr>
          <p:nvPr/>
        </p:nvCxnSpPr>
        <p:spPr bwMode="auto">
          <a:xfrm flipH="1">
            <a:off x="4115852" y="3279370"/>
            <a:ext cx="2309104" cy="244417"/>
          </a:xfrm>
          <a:prstGeom prst="straightConnector1">
            <a:avLst/>
          </a:prstGeom>
          <a:ln>
            <a:headEnd type="none" w="med" len="med"/>
            <a:tailEnd type="triangle"/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F47768E-E33F-3DF6-E4ED-EF17E60E2C25}"/>
              </a:ext>
            </a:extLst>
          </p:cNvPr>
          <p:cNvCxnSpPr>
            <a:cxnSpLocks/>
            <a:stCxn id="40977" idx="1"/>
          </p:cNvCxnSpPr>
          <p:nvPr/>
        </p:nvCxnSpPr>
        <p:spPr bwMode="auto">
          <a:xfrm flipH="1">
            <a:off x="3222171" y="2729005"/>
            <a:ext cx="2873035" cy="519045"/>
          </a:xfrm>
          <a:prstGeom prst="straightConnector1">
            <a:avLst/>
          </a:prstGeom>
          <a:ln>
            <a:headEnd type="none" w="med" len="med"/>
            <a:tailEnd type="triangle"/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759DAB7-2A8B-D759-64E1-2D27A7EAE8D4}"/>
              </a:ext>
            </a:extLst>
          </p:cNvPr>
          <p:cNvCxnSpPr>
            <a:cxnSpLocks/>
            <a:stCxn id="40974" idx="1"/>
          </p:cNvCxnSpPr>
          <p:nvPr/>
        </p:nvCxnSpPr>
        <p:spPr bwMode="auto">
          <a:xfrm flipH="1">
            <a:off x="4005943" y="2209166"/>
            <a:ext cx="2331356" cy="519839"/>
          </a:xfrm>
          <a:prstGeom prst="straightConnector1">
            <a:avLst/>
          </a:prstGeom>
          <a:ln>
            <a:headEnd type="none" w="med" len="med"/>
            <a:tailEnd type="triangle"/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4346" name="Straight Arrow Connector 14345">
            <a:extLst>
              <a:ext uri="{FF2B5EF4-FFF2-40B4-BE49-F238E27FC236}">
                <a16:creationId xmlns:a16="http://schemas.microsoft.com/office/drawing/2014/main" id="{3E53B563-F537-E546-9247-A6A7013359AE}"/>
              </a:ext>
            </a:extLst>
          </p:cNvPr>
          <p:cNvCxnSpPr>
            <a:cxnSpLocks/>
            <a:stCxn id="40975" idx="1"/>
          </p:cNvCxnSpPr>
          <p:nvPr/>
        </p:nvCxnSpPr>
        <p:spPr bwMode="auto">
          <a:xfrm flipH="1">
            <a:off x="5040086" y="1690120"/>
            <a:ext cx="1162329" cy="460452"/>
          </a:xfrm>
          <a:prstGeom prst="straightConnector1">
            <a:avLst/>
          </a:prstGeom>
          <a:ln>
            <a:headEnd type="none" w="med" len="med"/>
            <a:tailEnd type="triangle"/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18" name="Picture 17">
            <a:extLst>
              <a:ext uri="{FF2B5EF4-FFF2-40B4-BE49-F238E27FC236}">
                <a16:creationId xmlns:a16="http://schemas.microsoft.com/office/drawing/2014/main" id="{6FA36D0D-1B54-AD00-99EE-D42B345B538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9661" b="27337"/>
          <a:stretch>
            <a:fillRect/>
          </a:stretch>
        </p:blipFill>
        <p:spPr>
          <a:xfrm>
            <a:off x="9283073" y="58663"/>
            <a:ext cx="2850198" cy="996954"/>
          </a:xfrm>
          <a:prstGeom prst="rect">
            <a:avLst/>
          </a:prstGeom>
        </p:spPr>
      </p:pic>
      <p:sp>
        <p:nvSpPr>
          <p:cNvPr id="20" name="Line 7">
            <a:extLst>
              <a:ext uri="{FF2B5EF4-FFF2-40B4-BE49-F238E27FC236}">
                <a16:creationId xmlns:a16="http://schemas.microsoft.com/office/drawing/2014/main" id="{48426470-34A9-3B7C-8BB7-AD5EEC41D0E6}"/>
              </a:ext>
            </a:extLst>
          </p:cNvPr>
          <p:cNvSpPr>
            <a:spLocks noChangeShapeType="1"/>
          </p:cNvSpPr>
          <p:nvPr/>
        </p:nvSpPr>
        <p:spPr bwMode="auto">
          <a:xfrm>
            <a:off x="10552326" y="1171871"/>
            <a:ext cx="1585706" cy="0"/>
          </a:xfrm>
          <a:prstGeom prst="line">
            <a:avLst/>
          </a:prstGeom>
          <a:noFill/>
          <a:ln w="123840">
            <a:solidFill>
              <a:srgbClr val="6767B9"/>
            </a:solidFill>
            <a:prstDash val="sys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413594"/>
      </p:ext>
    </p:extLst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181BD7-1C2B-3D4F-9687-C8D71E346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2" name="Picture 1">
            <a:extLst>
              <a:ext uri="{FF2B5EF4-FFF2-40B4-BE49-F238E27FC236}">
                <a16:creationId xmlns:a16="http://schemas.microsoft.com/office/drawing/2014/main" id="{B5DE2E9F-BDB5-A43F-8C4D-E64D23BC3F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522215" cy="1114280"/>
          </a:xfrm>
          <a:prstGeom prst="rect">
            <a:avLst/>
          </a:prstGeom>
          <a:solidFill>
            <a:schemeClr val="bg1"/>
          </a:solidFill>
          <a:ln w="9525">
            <a:noFill/>
            <a:round/>
            <a:headEnd/>
            <a:tailEnd/>
          </a:ln>
          <a:effectLst/>
        </p:spPr>
      </p:pic>
      <p:sp>
        <p:nvSpPr>
          <p:cNvPr id="40963" name="Line 2">
            <a:extLst>
              <a:ext uri="{FF2B5EF4-FFF2-40B4-BE49-F238E27FC236}">
                <a16:creationId xmlns:a16="http://schemas.microsoft.com/office/drawing/2014/main" id="{899F3A5A-F923-10C5-238B-6037363DAD37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1170282"/>
            <a:ext cx="10465025" cy="3175"/>
          </a:xfrm>
          <a:prstGeom prst="line">
            <a:avLst/>
          </a:prstGeom>
          <a:noFill/>
          <a:ln w="123840">
            <a:solidFill>
              <a:srgbClr val="6767B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964" name="Rectangle 3">
            <a:extLst>
              <a:ext uri="{FF2B5EF4-FFF2-40B4-BE49-F238E27FC236}">
                <a16:creationId xmlns:a16="http://schemas.microsoft.com/office/drawing/2014/main" id="{0157CD8A-A90D-38C4-E172-F6C2E49177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4594" y="349958"/>
            <a:ext cx="8942811" cy="4977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tIns="0" bIns="0" anchor="b"/>
          <a:lstStyle>
            <a:lvl1pPr>
              <a:lnSpc>
                <a:spcPct val="88000"/>
              </a:lnSpc>
              <a:spcBef>
                <a:spcPts val="1438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anose="020F0502020204030204" pitchFamily="34" charset="0"/>
                <a:cs typeface="Noto Sans CJK SC" charset="0"/>
              </a:defRPr>
            </a:lvl1pPr>
            <a:lvl2pPr>
              <a:lnSpc>
                <a:spcPct val="88000"/>
              </a:lnSpc>
              <a:spcBef>
                <a:spcPts val="1150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Noto Sans CJK SC" charset="0"/>
              </a:defRPr>
            </a:lvl2pPr>
            <a:lvl3pPr>
              <a:lnSpc>
                <a:spcPct val="88000"/>
              </a:lnSpc>
              <a:spcBef>
                <a:spcPts val="875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cs typeface="Noto Sans CJK SC" charset="0"/>
              </a:defRPr>
            </a:lvl3pPr>
            <a:lvl4pPr>
              <a:lnSpc>
                <a:spcPct val="88000"/>
              </a:lnSpc>
              <a:spcBef>
                <a:spcPts val="588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cs typeface="Noto Sans CJK SC" charset="0"/>
              </a:defRPr>
            </a:lvl4pPr>
            <a:lvl5pPr>
              <a:lnSpc>
                <a:spcPct val="88000"/>
              </a:lnSpc>
              <a:spcBef>
                <a:spcPts val="300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Noto Sans CJK SC" charset="0"/>
              </a:defRPr>
            </a:lvl5pPr>
            <a:lvl6pPr marL="2514600" indent="-228600" defTabSz="457200" eaLnBrk="0" fontAlgn="base" hangingPunct="0">
              <a:lnSpc>
                <a:spcPct val="88000"/>
              </a:lnSpc>
              <a:spcBef>
                <a:spcPts val="300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Noto Sans CJK SC" charset="0"/>
              </a:defRPr>
            </a:lvl6pPr>
            <a:lvl7pPr marL="2971800" indent="-228600" defTabSz="457200" eaLnBrk="0" fontAlgn="base" hangingPunct="0">
              <a:lnSpc>
                <a:spcPct val="88000"/>
              </a:lnSpc>
              <a:spcBef>
                <a:spcPts val="300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Noto Sans CJK SC" charset="0"/>
              </a:defRPr>
            </a:lvl7pPr>
            <a:lvl8pPr marL="3429000" indent="-228600" defTabSz="457200" eaLnBrk="0" fontAlgn="base" hangingPunct="0">
              <a:lnSpc>
                <a:spcPct val="88000"/>
              </a:lnSpc>
              <a:spcBef>
                <a:spcPts val="300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Noto Sans CJK SC" charset="0"/>
              </a:defRPr>
            </a:lvl8pPr>
            <a:lvl9pPr marL="3886200" indent="-228600" defTabSz="457200" eaLnBrk="0" fontAlgn="base" hangingPunct="0">
              <a:lnSpc>
                <a:spcPct val="88000"/>
              </a:lnSpc>
              <a:spcBef>
                <a:spcPts val="300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Noto Sans CJK SC" charset="0"/>
              </a:defRPr>
            </a:lvl9pPr>
          </a:lstStyle>
          <a:p>
            <a:pPr>
              <a:lnSpc>
                <a:spcPts val="3500"/>
              </a:lnSpc>
              <a:spcBef>
                <a:spcPts val="25"/>
              </a:spcBef>
              <a:buClrTx/>
            </a:pPr>
            <a:r>
              <a:rPr lang="en-US" altLang="en-US" sz="3200" dirty="0">
                <a:solidFill>
                  <a:srgbClr val="002060"/>
                </a:solidFill>
                <a:latin typeface="Tahoma" panose="020B0604030504040204" pitchFamily="34" charset="0"/>
              </a:rPr>
              <a:t>Integration Challenges</a:t>
            </a:r>
          </a:p>
        </p:txBody>
      </p:sp>
      <p:sp>
        <p:nvSpPr>
          <p:cNvPr id="40989" name="Line 7">
            <a:extLst>
              <a:ext uri="{FF2B5EF4-FFF2-40B4-BE49-F238E27FC236}">
                <a16:creationId xmlns:a16="http://schemas.microsoft.com/office/drawing/2014/main" id="{03F569B8-DA8A-8C85-7084-4E7F13024935}"/>
              </a:ext>
            </a:extLst>
          </p:cNvPr>
          <p:cNvSpPr>
            <a:spLocks noChangeShapeType="1"/>
          </p:cNvSpPr>
          <p:nvPr/>
        </p:nvSpPr>
        <p:spPr bwMode="auto">
          <a:xfrm>
            <a:off x="10552326" y="1171871"/>
            <a:ext cx="1585706" cy="0"/>
          </a:xfrm>
          <a:prstGeom prst="line">
            <a:avLst/>
          </a:prstGeom>
          <a:noFill/>
          <a:ln w="123840">
            <a:solidFill>
              <a:srgbClr val="6767B9"/>
            </a:solidFill>
            <a:prstDash val="sys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5F378C-4636-130F-941D-6B4C946511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29" y="1765147"/>
            <a:ext cx="4934212" cy="499558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46759B4-A70A-0B01-24D6-9598433F297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9661" b="27337"/>
          <a:stretch>
            <a:fillRect/>
          </a:stretch>
        </p:blipFill>
        <p:spPr>
          <a:xfrm>
            <a:off x="9283073" y="58663"/>
            <a:ext cx="2850198" cy="99695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BD2FE74-923D-F6A3-7056-CCFBF3E1EC7B}"/>
              </a:ext>
            </a:extLst>
          </p:cNvPr>
          <p:cNvSpPr txBox="1"/>
          <p:nvPr/>
        </p:nvSpPr>
        <p:spPr>
          <a:xfrm>
            <a:off x="5276850" y="1504950"/>
            <a:ext cx="661035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Non-symmetric ISISpace hole pattern (frame, PBP, and PIU) present an integration challenge with PCB’s built to FOX-ME-113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1U volume constraints restrict options to move the pattern in the XY-plane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Adapter design challenged by proximity of holes; thru-holes or </a:t>
            </a:r>
            <a:r>
              <a:rPr lang="en-US" sz="2400" dirty="0" err="1"/>
              <a:t>keenserts</a:t>
            </a:r>
            <a:r>
              <a:rPr lang="en-US" sz="2400" dirty="0"/>
              <a:t> needed to facilitate mountain schema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PCB stack-up considerations needed to maximize available space</a:t>
            </a:r>
          </a:p>
        </p:txBody>
      </p:sp>
    </p:spTree>
    <p:extLst>
      <p:ext uri="{BB962C8B-B14F-4D97-AF65-F5344CB8AC3E}">
        <p14:creationId xmlns:p14="http://schemas.microsoft.com/office/powerpoint/2010/main" val="1029591938"/>
      </p:ext>
    </p:extLst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2010ED-3F8B-8310-AD5E-72CF00EC30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2" name="Picture 1">
            <a:extLst>
              <a:ext uri="{FF2B5EF4-FFF2-40B4-BE49-F238E27FC236}">
                <a16:creationId xmlns:a16="http://schemas.microsoft.com/office/drawing/2014/main" id="{425D570E-4667-D63C-485E-40B17A578E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522215" cy="1114280"/>
          </a:xfrm>
          <a:prstGeom prst="rect">
            <a:avLst/>
          </a:prstGeom>
          <a:solidFill>
            <a:schemeClr val="bg1"/>
          </a:solidFill>
          <a:ln w="9525">
            <a:noFill/>
            <a:round/>
            <a:headEnd/>
            <a:tailEnd/>
          </a:ln>
          <a:effectLst/>
        </p:spPr>
      </p:pic>
      <p:sp>
        <p:nvSpPr>
          <p:cNvPr id="40963" name="Line 2">
            <a:extLst>
              <a:ext uri="{FF2B5EF4-FFF2-40B4-BE49-F238E27FC236}">
                <a16:creationId xmlns:a16="http://schemas.microsoft.com/office/drawing/2014/main" id="{139D9A60-AD6C-77AD-CA14-F5BEE2002361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1170282"/>
            <a:ext cx="10465025" cy="3175"/>
          </a:xfrm>
          <a:prstGeom prst="line">
            <a:avLst/>
          </a:prstGeom>
          <a:noFill/>
          <a:ln w="123840">
            <a:solidFill>
              <a:srgbClr val="6767B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964" name="Rectangle 3">
            <a:extLst>
              <a:ext uri="{FF2B5EF4-FFF2-40B4-BE49-F238E27FC236}">
                <a16:creationId xmlns:a16="http://schemas.microsoft.com/office/drawing/2014/main" id="{1310CECE-DE3B-0741-210B-9B52CFD886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4594" y="349958"/>
            <a:ext cx="7658479" cy="4977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tIns="0" bIns="0" anchor="b"/>
          <a:lstStyle>
            <a:lvl1pPr>
              <a:lnSpc>
                <a:spcPct val="88000"/>
              </a:lnSpc>
              <a:spcBef>
                <a:spcPts val="1438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anose="020F0502020204030204" pitchFamily="34" charset="0"/>
                <a:cs typeface="Noto Sans CJK SC" charset="0"/>
              </a:defRPr>
            </a:lvl1pPr>
            <a:lvl2pPr>
              <a:lnSpc>
                <a:spcPct val="88000"/>
              </a:lnSpc>
              <a:spcBef>
                <a:spcPts val="1150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Noto Sans CJK SC" charset="0"/>
              </a:defRPr>
            </a:lvl2pPr>
            <a:lvl3pPr>
              <a:lnSpc>
                <a:spcPct val="88000"/>
              </a:lnSpc>
              <a:spcBef>
                <a:spcPts val="875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cs typeface="Noto Sans CJK SC" charset="0"/>
              </a:defRPr>
            </a:lvl3pPr>
            <a:lvl4pPr>
              <a:lnSpc>
                <a:spcPct val="88000"/>
              </a:lnSpc>
              <a:spcBef>
                <a:spcPts val="588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cs typeface="Noto Sans CJK SC" charset="0"/>
              </a:defRPr>
            </a:lvl4pPr>
            <a:lvl5pPr>
              <a:lnSpc>
                <a:spcPct val="88000"/>
              </a:lnSpc>
              <a:spcBef>
                <a:spcPts val="300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Noto Sans CJK SC" charset="0"/>
              </a:defRPr>
            </a:lvl5pPr>
            <a:lvl6pPr marL="2514600" indent="-228600" defTabSz="457200" eaLnBrk="0" fontAlgn="base" hangingPunct="0">
              <a:lnSpc>
                <a:spcPct val="88000"/>
              </a:lnSpc>
              <a:spcBef>
                <a:spcPts val="300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Noto Sans CJK SC" charset="0"/>
              </a:defRPr>
            </a:lvl6pPr>
            <a:lvl7pPr marL="2971800" indent="-228600" defTabSz="457200" eaLnBrk="0" fontAlgn="base" hangingPunct="0">
              <a:lnSpc>
                <a:spcPct val="88000"/>
              </a:lnSpc>
              <a:spcBef>
                <a:spcPts val="300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Noto Sans CJK SC" charset="0"/>
              </a:defRPr>
            </a:lvl7pPr>
            <a:lvl8pPr marL="3429000" indent="-228600" defTabSz="457200" eaLnBrk="0" fontAlgn="base" hangingPunct="0">
              <a:lnSpc>
                <a:spcPct val="88000"/>
              </a:lnSpc>
              <a:spcBef>
                <a:spcPts val="300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Noto Sans CJK SC" charset="0"/>
              </a:defRPr>
            </a:lvl8pPr>
            <a:lvl9pPr marL="3886200" indent="-228600" defTabSz="457200" eaLnBrk="0" fontAlgn="base" hangingPunct="0">
              <a:lnSpc>
                <a:spcPct val="88000"/>
              </a:lnSpc>
              <a:spcBef>
                <a:spcPts val="300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Noto Sans CJK SC" charset="0"/>
              </a:defRPr>
            </a:lvl9pPr>
          </a:lstStyle>
          <a:p>
            <a:pPr>
              <a:lnSpc>
                <a:spcPts val="3500"/>
              </a:lnSpc>
              <a:spcBef>
                <a:spcPts val="25"/>
              </a:spcBef>
              <a:buClrTx/>
            </a:pPr>
            <a:r>
              <a:rPr lang="en-US" altLang="en-US" sz="3200" dirty="0">
                <a:solidFill>
                  <a:srgbClr val="002060"/>
                </a:solidFill>
                <a:latin typeface="Tahoma" panose="020B0604030504040204" pitchFamily="34" charset="0"/>
              </a:rPr>
              <a:t>COA#1 – Adopt ISISpace Mounting </a:t>
            </a:r>
          </a:p>
        </p:txBody>
      </p:sp>
      <p:sp>
        <p:nvSpPr>
          <p:cNvPr id="40989" name="Line 7">
            <a:extLst>
              <a:ext uri="{FF2B5EF4-FFF2-40B4-BE49-F238E27FC236}">
                <a16:creationId xmlns:a16="http://schemas.microsoft.com/office/drawing/2014/main" id="{FE19C661-CDD8-6697-8F5F-9D60DB8FB09F}"/>
              </a:ext>
            </a:extLst>
          </p:cNvPr>
          <p:cNvSpPr>
            <a:spLocks noChangeShapeType="1"/>
          </p:cNvSpPr>
          <p:nvPr/>
        </p:nvSpPr>
        <p:spPr bwMode="auto">
          <a:xfrm>
            <a:off x="10552326" y="1171871"/>
            <a:ext cx="1585706" cy="0"/>
          </a:xfrm>
          <a:prstGeom prst="line">
            <a:avLst/>
          </a:prstGeom>
          <a:noFill/>
          <a:ln w="123840">
            <a:solidFill>
              <a:srgbClr val="6767B9"/>
            </a:solidFill>
            <a:prstDash val="sys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7B38E07-4844-5F51-CBD7-D199F568EAF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9661" b="27337"/>
          <a:stretch>
            <a:fillRect/>
          </a:stretch>
        </p:blipFill>
        <p:spPr>
          <a:xfrm>
            <a:off x="9283073" y="58663"/>
            <a:ext cx="2850198" cy="99695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749BE95-777F-205F-71DD-40C85F5C7A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55229" y="1170282"/>
            <a:ext cx="8681539" cy="4029562"/>
          </a:xfrm>
          <a:prstGeom prst="rect">
            <a:avLst/>
          </a:prstGeom>
        </p:spPr>
      </p:pic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82F850BA-9B02-202C-8F28-69665E846D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707332"/>
              </p:ext>
            </p:extLst>
          </p:nvPr>
        </p:nvGraphicFramePr>
        <p:xfrm>
          <a:off x="3686627" y="5207202"/>
          <a:ext cx="7155544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772">
                  <a:extLst>
                    <a:ext uri="{9D8B030D-6E8A-4147-A177-3AD203B41FA5}">
                      <a16:colId xmlns:a16="http://schemas.microsoft.com/office/drawing/2014/main" val="166292245"/>
                    </a:ext>
                  </a:extLst>
                </a:gridCol>
                <a:gridCol w="3577772">
                  <a:extLst>
                    <a:ext uri="{9D8B030D-6E8A-4147-A177-3AD203B41FA5}">
                      <a16:colId xmlns:a16="http://schemas.microsoft.com/office/drawing/2014/main" val="7950007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89753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Easy mechanical integration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New boards need designed/made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96377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Leverage ISISpace assembly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Incompatible design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98886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Space efficient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New ICD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1168029"/>
                  </a:ext>
                </a:extLst>
              </a:tr>
            </a:tbl>
          </a:graphicData>
        </a:graphic>
      </p:graphicFrame>
      <p:pic>
        <p:nvPicPr>
          <p:cNvPr id="17" name="Picture 16">
            <a:extLst>
              <a:ext uri="{FF2B5EF4-FFF2-40B4-BE49-F238E27FC236}">
                <a16:creationId xmlns:a16="http://schemas.microsoft.com/office/drawing/2014/main" id="{BDBDD1FF-CFAB-1F2A-6A1D-5916CA7AA89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28" y="4642690"/>
            <a:ext cx="2265173" cy="2163082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1867119-C9B5-C24D-1422-D34994070D6B}"/>
              </a:ext>
            </a:extLst>
          </p:cNvPr>
          <p:cNvCxnSpPr>
            <a:cxnSpLocks/>
          </p:cNvCxnSpPr>
          <p:nvPr/>
        </p:nvCxnSpPr>
        <p:spPr>
          <a:xfrm flipH="1" flipV="1">
            <a:off x="2480600" y="5850408"/>
            <a:ext cx="1111686" cy="289135"/>
          </a:xfrm>
          <a:prstGeom prst="straightConnector1">
            <a:avLst/>
          </a:prstGeom>
          <a:ln w="25400">
            <a:tailEnd type="triangle" w="lg" len="lg"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2858617"/>
      </p:ext>
    </p:extLst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799000-C50B-CE16-5532-C0BA757DC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2" name="Picture 1">
            <a:extLst>
              <a:ext uri="{FF2B5EF4-FFF2-40B4-BE49-F238E27FC236}">
                <a16:creationId xmlns:a16="http://schemas.microsoft.com/office/drawing/2014/main" id="{A9FA2191-F286-1797-4B53-5B133828E6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522215" cy="1114280"/>
          </a:xfrm>
          <a:prstGeom prst="rect">
            <a:avLst/>
          </a:prstGeom>
          <a:solidFill>
            <a:schemeClr val="bg1"/>
          </a:solidFill>
          <a:ln w="9525">
            <a:noFill/>
            <a:round/>
            <a:headEnd/>
            <a:tailEnd/>
          </a:ln>
          <a:effectLst/>
        </p:spPr>
      </p:pic>
      <p:sp>
        <p:nvSpPr>
          <p:cNvPr id="40963" name="Line 2">
            <a:extLst>
              <a:ext uri="{FF2B5EF4-FFF2-40B4-BE49-F238E27FC236}">
                <a16:creationId xmlns:a16="http://schemas.microsoft.com/office/drawing/2014/main" id="{3CAD043E-AF6B-8EB8-0658-12490C5994C0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1170282"/>
            <a:ext cx="10465025" cy="3175"/>
          </a:xfrm>
          <a:prstGeom prst="line">
            <a:avLst/>
          </a:prstGeom>
          <a:noFill/>
          <a:ln w="123840">
            <a:solidFill>
              <a:srgbClr val="6767B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964" name="Rectangle 3">
            <a:extLst>
              <a:ext uri="{FF2B5EF4-FFF2-40B4-BE49-F238E27FC236}">
                <a16:creationId xmlns:a16="http://schemas.microsoft.com/office/drawing/2014/main" id="{34A3DE44-048F-BE20-B8BD-4F6F74D035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4594" y="349958"/>
            <a:ext cx="8942811" cy="4977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tIns="0" bIns="0" anchor="b"/>
          <a:lstStyle>
            <a:lvl1pPr>
              <a:lnSpc>
                <a:spcPct val="88000"/>
              </a:lnSpc>
              <a:spcBef>
                <a:spcPts val="1438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anose="020F0502020204030204" pitchFamily="34" charset="0"/>
                <a:cs typeface="Noto Sans CJK SC" charset="0"/>
              </a:defRPr>
            </a:lvl1pPr>
            <a:lvl2pPr>
              <a:lnSpc>
                <a:spcPct val="88000"/>
              </a:lnSpc>
              <a:spcBef>
                <a:spcPts val="1150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Noto Sans CJK SC" charset="0"/>
              </a:defRPr>
            </a:lvl2pPr>
            <a:lvl3pPr>
              <a:lnSpc>
                <a:spcPct val="88000"/>
              </a:lnSpc>
              <a:spcBef>
                <a:spcPts val="875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cs typeface="Noto Sans CJK SC" charset="0"/>
              </a:defRPr>
            </a:lvl3pPr>
            <a:lvl4pPr>
              <a:lnSpc>
                <a:spcPct val="88000"/>
              </a:lnSpc>
              <a:spcBef>
                <a:spcPts val="588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cs typeface="Noto Sans CJK SC" charset="0"/>
              </a:defRPr>
            </a:lvl4pPr>
            <a:lvl5pPr>
              <a:lnSpc>
                <a:spcPct val="88000"/>
              </a:lnSpc>
              <a:spcBef>
                <a:spcPts val="300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Noto Sans CJK SC" charset="0"/>
              </a:defRPr>
            </a:lvl5pPr>
            <a:lvl6pPr marL="2514600" indent="-228600" defTabSz="457200" eaLnBrk="0" fontAlgn="base" hangingPunct="0">
              <a:lnSpc>
                <a:spcPct val="88000"/>
              </a:lnSpc>
              <a:spcBef>
                <a:spcPts val="300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Noto Sans CJK SC" charset="0"/>
              </a:defRPr>
            </a:lvl6pPr>
            <a:lvl7pPr marL="2971800" indent="-228600" defTabSz="457200" eaLnBrk="0" fontAlgn="base" hangingPunct="0">
              <a:lnSpc>
                <a:spcPct val="88000"/>
              </a:lnSpc>
              <a:spcBef>
                <a:spcPts val="300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Noto Sans CJK SC" charset="0"/>
              </a:defRPr>
            </a:lvl7pPr>
            <a:lvl8pPr marL="3429000" indent="-228600" defTabSz="457200" eaLnBrk="0" fontAlgn="base" hangingPunct="0">
              <a:lnSpc>
                <a:spcPct val="88000"/>
              </a:lnSpc>
              <a:spcBef>
                <a:spcPts val="300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Noto Sans CJK SC" charset="0"/>
              </a:defRPr>
            </a:lvl8pPr>
            <a:lvl9pPr marL="3886200" indent="-228600" defTabSz="457200" eaLnBrk="0" fontAlgn="base" hangingPunct="0">
              <a:lnSpc>
                <a:spcPct val="88000"/>
              </a:lnSpc>
              <a:spcBef>
                <a:spcPts val="300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Noto Sans CJK SC" charset="0"/>
              </a:defRPr>
            </a:lvl9pPr>
          </a:lstStyle>
          <a:p>
            <a:pPr>
              <a:lnSpc>
                <a:spcPts val="3500"/>
              </a:lnSpc>
              <a:spcBef>
                <a:spcPts val="25"/>
              </a:spcBef>
              <a:buClrTx/>
            </a:pPr>
            <a:r>
              <a:rPr lang="en-US" altLang="en-US" sz="3200" dirty="0">
                <a:solidFill>
                  <a:srgbClr val="002060"/>
                </a:solidFill>
                <a:latin typeface="Tahoma" panose="020B0604030504040204" pitchFamily="34" charset="0"/>
              </a:rPr>
              <a:t>COA#2 - Adapter Design</a:t>
            </a:r>
          </a:p>
        </p:txBody>
      </p:sp>
      <p:sp>
        <p:nvSpPr>
          <p:cNvPr id="40989" name="Line 7">
            <a:extLst>
              <a:ext uri="{FF2B5EF4-FFF2-40B4-BE49-F238E27FC236}">
                <a16:creationId xmlns:a16="http://schemas.microsoft.com/office/drawing/2014/main" id="{11908D9B-D65D-E251-545C-000331D10310}"/>
              </a:ext>
            </a:extLst>
          </p:cNvPr>
          <p:cNvSpPr>
            <a:spLocks noChangeShapeType="1"/>
          </p:cNvSpPr>
          <p:nvPr/>
        </p:nvSpPr>
        <p:spPr bwMode="auto">
          <a:xfrm>
            <a:off x="10552326" y="1171871"/>
            <a:ext cx="1585706" cy="0"/>
          </a:xfrm>
          <a:prstGeom prst="line">
            <a:avLst/>
          </a:prstGeom>
          <a:noFill/>
          <a:ln w="123840">
            <a:solidFill>
              <a:srgbClr val="6767B9"/>
            </a:solidFill>
            <a:prstDash val="sys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6858C7D-8A00-FB60-EF15-592CE00597E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9661" b="27337"/>
          <a:stretch>
            <a:fillRect/>
          </a:stretch>
        </p:blipFill>
        <p:spPr>
          <a:xfrm>
            <a:off x="9283073" y="58663"/>
            <a:ext cx="2850198" cy="996954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0D84126-2FB3-A9A0-DF41-9C1A973BA0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63163" y="1521281"/>
            <a:ext cx="5973112" cy="354259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D5645C7-A244-EFFA-B1B3-1CC3AAC0C152}"/>
              </a:ext>
            </a:extLst>
          </p:cNvPr>
          <p:cNvSpPr txBox="1"/>
          <p:nvPr/>
        </p:nvSpPr>
        <p:spPr>
          <a:xfrm>
            <a:off x="1822182" y="1495983"/>
            <a:ext cx="17155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(8) M3 </a:t>
            </a:r>
            <a:r>
              <a:rPr lang="en-US" dirty="0" err="1"/>
              <a:t>Helicoils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B27022-F4FB-1B7B-7AAA-3EC6C7E2111F}"/>
              </a:ext>
            </a:extLst>
          </p:cNvPr>
          <p:cNvSpPr txBox="1"/>
          <p:nvPr/>
        </p:nvSpPr>
        <p:spPr>
          <a:xfrm>
            <a:off x="9453545" y="6069466"/>
            <a:ext cx="1369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¾-X Section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E712205-3ADE-0BD6-9F65-46D231C0F2BB}"/>
              </a:ext>
            </a:extLst>
          </p:cNvPr>
          <p:cNvSpPr/>
          <p:nvPr/>
        </p:nvSpPr>
        <p:spPr>
          <a:xfrm>
            <a:off x="4591050" y="4261756"/>
            <a:ext cx="1171575" cy="802119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263635-03D4-54A3-4A27-45E33BF4A0B7}"/>
              </a:ext>
            </a:extLst>
          </p:cNvPr>
          <p:cNvSpPr txBox="1"/>
          <p:nvPr/>
        </p:nvSpPr>
        <p:spPr>
          <a:xfrm>
            <a:off x="8077256" y="1272157"/>
            <a:ext cx="33738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(4) GOLF/FOX-ME-113 hole pattern on top (mate with RXTX/ICR/IHU stack)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6B28B8-AAE3-CF7B-F5CB-CC558F821864}"/>
              </a:ext>
            </a:extLst>
          </p:cNvPr>
          <p:cNvSpPr txBox="1"/>
          <p:nvPr/>
        </p:nvSpPr>
        <p:spPr>
          <a:xfrm>
            <a:off x="23611" y="4359127"/>
            <a:ext cx="31156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(4) ISISpace hole pattern on bottom (mate with battery)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27161AF-DF64-727A-B29F-A927A20F9583}"/>
              </a:ext>
            </a:extLst>
          </p:cNvPr>
          <p:cNvCxnSpPr>
            <a:cxnSpLocks/>
            <a:stCxn id="10" idx="0"/>
          </p:cNvCxnSpPr>
          <p:nvPr/>
        </p:nvCxnSpPr>
        <p:spPr>
          <a:xfrm flipV="1">
            <a:off x="1581435" y="3979335"/>
            <a:ext cx="661022" cy="379792"/>
          </a:xfrm>
          <a:prstGeom prst="straightConnector1">
            <a:avLst/>
          </a:prstGeom>
          <a:ln w="34925">
            <a:solidFill>
              <a:srgbClr val="FF0000"/>
            </a:solidFill>
            <a:tailEnd type="triangle"/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86C9D28-B16F-F4E6-FFB9-E3AFBC730C88}"/>
              </a:ext>
            </a:extLst>
          </p:cNvPr>
          <p:cNvCxnSpPr>
            <a:cxnSpLocks/>
          </p:cNvCxnSpPr>
          <p:nvPr/>
        </p:nvCxnSpPr>
        <p:spPr>
          <a:xfrm>
            <a:off x="2867747" y="4671193"/>
            <a:ext cx="1537693" cy="26383"/>
          </a:xfrm>
          <a:prstGeom prst="straightConnector1">
            <a:avLst/>
          </a:prstGeom>
          <a:ln w="34925">
            <a:solidFill>
              <a:srgbClr val="FF0000"/>
            </a:solidFill>
            <a:tailEnd type="triangle"/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1066CEC-6ADA-7269-6EEA-F73E9F07E395}"/>
              </a:ext>
            </a:extLst>
          </p:cNvPr>
          <p:cNvCxnSpPr>
            <a:cxnSpLocks/>
            <a:stCxn id="9" idx="1"/>
          </p:cNvCxnSpPr>
          <p:nvPr/>
        </p:nvCxnSpPr>
        <p:spPr>
          <a:xfrm flipH="1">
            <a:off x="4828467" y="1687656"/>
            <a:ext cx="3248789" cy="151922"/>
          </a:xfrm>
          <a:prstGeom prst="straightConnector1">
            <a:avLst/>
          </a:prstGeom>
          <a:ln w="34925">
            <a:solidFill>
              <a:srgbClr val="FF0000"/>
            </a:solidFill>
            <a:tailEnd type="triangle"/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5074AB7-EB7D-A3DE-819C-51160EF7AF4F}"/>
              </a:ext>
            </a:extLst>
          </p:cNvPr>
          <p:cNvCxnSpPr>
            <a:cxnSpLocks/>
            <a:stCxn id="9" idx="1"/>
          </p:cNvCxnSpPr>
          <p:nvPr/>
        </p:nvCxnSpPr>
        <p:spPr>
          <a:xfrm flipH="1">
            <a:off x="7522029" y="1687656"/>
            <a:ext cx="555227" cy="1066430"/>
          </a:xfrm>
          <a:prstGeom prst="straightConnector1">
            <a:avLst/>
          </a:prstGeom>
          <a:ln w="34925">
            <a:solidFill>
              <a:srgbClr val="FF0000"/>
            </a:solidFill>
            <a:tailEnd type="triangle"/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66A02FE-A15E-49C0-C234-8D73437EA596}"/>
              </a:ext>
            </a:extLst>
          </p:cNvPr>
          <p:cNvCxnSpPr>
            <a:cxnSpLocks/>
            <a:stCxn id="3" idx="3"/>
          </p:cNvCxnSpPr>
          <p:nvPr/>
        </p:nvCxnSpPr>
        <p:spPr>
          <a:xfrm>
            <a:off x="3537716" y="1680649"/>
            <a:ext cx="1053334" cy="158929"/>
          </a:xfrm>
          <a:prstGeom prst="straightConnector1">
            <a:avLst/>
          </a:prstGeom>
          <a:ln w="34925">
            <a:solidFill>
              <a:srgbClr val="FF0000"/>
            </a:solidFill>
            <a:tailEnd type="triangle"/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E83A70AD-81AC-ABD1-6444-69E415AB35A4}"/>
              </a:ext>
            </a:extLst>
          </p:cNvPr>
          <p:cNvSpPr txBox="1"/>
          <p:nvPr/>
        </p:nvSpPr>
        <p:spPr>
          <a:xfrm>
            <a:off x="9268953" y="2779005"/>
            <a:ext cx="21821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Minimal difference between hole patterns makes this challenging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C43F559-C831-4442-FD53-907ABB7CF0A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58877" y="3979335"/>
            <a:ext cx="3158813" cy="2090131"/>
          </a:xfrm>
          <a:prstGeom prst="rect">
            <a:avLst/>
          </a:prstGeom>
          <a:ln w="19050">
            <a:solidFill>
              <a:schemeClr val="tx1"/>
            </a:solidFill>
            <a:prstDash val="dash"/>
          </a:ln>
        </p:spPr>
      </p:pic>
      <p:sp>
        <p:nvSpPr>
          <p:cNvPr id="22" name="Arrow: Down 21">
            <a:extLst>
              <a:ext uri="{FF2B5EF4-FFF2-40B4-BE49-F238E27FC236}">
                <a16:creationId xmlns:a16="http://schemas.microsoft.com/office/drawing/2014/main" id="{815685CA-A26A-5F53-523C-28C34726D284}"/>
              </a:ext>
            </a:extLst>
          </p:cNvPr>
          <p:cNvSpPr/>
          <p:nvPr/>
        </p:nvSpPr>
        <p:spPr>
          <a:xfrm>
            <a:off x="10103494" y="3610002"/>
            <a:ext cx="346164" cy="77527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CF7E0A0-131E-9FE4-2469-78F737A0F3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2594347"/>
              </p:ext>
            </p:extLst>
          </p:nvPr>
        </p:nvGraphicFramePr>
        <p:xfrm>
          <a:off x="55352" y="5317524"/>
          <a:ext cx="7155544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772">
                  <a:extLst>
                    <a:ext uri="{9D8B030D-6E8A-4147-A177-3AD203B41FA5}">
                      <a16:colId xmlns:a16="http://schemas.microsoft.com/office/drawing/2014/main" val="166292245"/>
                    </a:ext>
                  </a:extLst>
                </a:gridCol>
                <a:gridCol w="3577772">
                  <a:extLst>
                    <a:ext uri="{9D8B030D-6E8A-4147-A177-3AD203B41FA5}">
                      <a16:colId xmlns:a16="http://schemas.microsoft.com/office/drawing/2014/main" val="7950007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89753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Uses existing LTM design/boards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Complicated integration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96377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Less space for PCBs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98886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Shock/vibe risk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1168029"/>
                  </a:ext>
                </a:extLst>
              </a:tr>
            </a:tbl>
          </a:graphicData>
        </a:graphic>
      </p:graphicFrame>
      <p:sp>
        <p:nvSpPr>
          <p:cNvPr id="25" name="Arrow: Right 24">
            <a:extLst>
              <a:ext uri="{FF2B5EF4-FFF2-40B4-BE49-F238E27FC236}">
                <a16:creationId xmlns:a16="http://schemas.microsoft.com/office/drawing/2014/main" id="{4A370A64-EFA6-5376-6019-ED86C22BF57C}"/>
              </a:ext>
            </a:extLst>
          </p:cNvPr>
          <p:cNvSpPr/>
          <p:nvPr/>
        </p:nvSpPr>
        <p:spPr>
          <a:xfrm>
            <a:off x="5976021" y="4549620"/>
            <a:ext cx="2300459" cy="205227"/>
          </a:xfrm>
          <a:prstGeom prst="rightArrow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649944"/>
      </p:ext>
    </p:extLst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CF9D39-5B12-5D89-5E0E-1F9093C946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2" name="Picture 1">
            <a:extLst>
              <a:ext uri="{FF2B5EF4-FFF2-40B4-BE49-F238E27FC236}">
                <a16:creationId xmlns:a16="http://schemas.microsoft.com/office/drawing/2014/main" id="{FD942B6E-B658-0A89-1652-150141D4A8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522215" cy="1114280"/>
          </a:xfrm>
          <a:prstGeom prst="rect">
            <a:avLst/>
          </a:prstGeom>
          <a:solidFill>
            <a:schemeClr val="bg1"/>
          </a:solidFill>
          <a:ln w="9525">
            <a:noFill/>
            <a:round/>
            <a:headEnd/>
            <a:tailEnd/>
          </a:ln>
          <a:effectLst/>
        </p:spPr>
      </p:pic>
      <p:sp>
        <p:nvSpPr>
          <p:cNvPr id="40963" name="Line 2">
            <a:extLst>
              <a:ext uri="{FF2B5EF4-FFF2-40B4-BE49-F238E27FC236}">
                <a16:creationId xmlns:a16="http://schemas.microsoft.com/office/drawing/2014/main" id="{E977498C-AC6F-7AA5-D622-687659BA2810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1170282"/>
            <a:ext cx="10465025" cy="3175"/>
          </a:xfrm>
          <a:prstGeom prst="line">
            <a:avLst/>
          </a:prstGeom>
          <a:noFill/>
          <a:ln w="123840">
            <a:solidFill>
              <a:srgbClr val="6767B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964" name="Rectangle 3">
            <a:extLst>
              <a:ext uri="{FF2B5EF4-FFF2-40B4-BE49-F238E27FC236}">
                <a16:creationId xmlns:a16="http://schemas.microsoft.com/office/drawing/2014/main" id="{1D7A99C1-6A55-44C5-1DAD-B7507DAE38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4594" y="349958"/>
            <a:ext cx="8942811" cy="4977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tIns="0" bIns="0" anchor="b"/>
          <a:lstStyle>
            <a:lvl1pPr>
              <a:lnSpc>
                <a:spcPct val="88000"/>
              </a:lnSpc>
              <a:spcBef>
                <a:spcPts val="1438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anose="020F0502020204030204" pitchFamily="34" charset="0"/>
                <a:cs typeface="Noto Sans CJK SC" charset="0"/>
              </a:defRPr>
            </a:lvl1pPr>
            <a:lvl2pPr>
              <a:lnSpc>
                <a:spcPct val="88000"/>
              </a:lnSpc>
              <a:spcBef>
                <a:spcPts val="1150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Noto Sans CJK SC" charset="0"/>
              </a:defRPr>
            </a:lvl2pPr>
            <a:lvl3pPr>
              <a:lnSpc>
                <a:spcPct val="88000"/>
              </a:lnSpc>
              <a:spcBef>
                <a:spcPts val="875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cs typeface="Noto Sans CJK SC" charset="0"/>
              </a:defRPr>
            </a:lvl3pPr>
            <a:lvl4pPr>
              <a:lnSpc>
                <a:spcPct val="88000"/>
              </a:lnSpc>
              <a:spcBef>
                <a:spcPts val="588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cs typeface="Noto Sans CJK SC" charset="0"/>
              </a:defRPr>
            </a:lvl4pPr>
            <a:lvl5pPr>
              <a:lnSpc>
                <a:spcPct val="88000"/>
              </a:lnSpc>
              <a:spcBef>
                <a:spcPts val="300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Noto Sans CJK SC" charset="0"/>
              </a:defRPr>
            </a:lvl5pPr>
            <a:lvl6pPr marL="2514600" indent="-228600" defTabSz="457200" eaLnBrk="0" fontAlgn="base" hangingPunct="0">
              <a:lnSpc>
                <a:spcPct val="88000"/>
              </a:lnSpc>
              <a:spcBef>
                <a:spcPts val="300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Noto Sans CJK SC" charset="0"/>
              </a:defRPr>
            </a:lvl6pPr>
            <a:lvl7pPr marL="2971800" indent="-228600" defTabSz="457200" eaLnBrk="0" fontAlgn="base" hangingPunct="0">
              <a:lnSpc>
                <a:spcPct val="88000"/>
              </a:lnSpc>
              <a:spcBef>
                <a:spcPts val="300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Noto Sans CJK SC" charset="0"/>
              </a:defRPr>
            </a:lvl7pPr>
            <a:lvl8pPr marL="3429000" indent="-228600" defTabSz="457200" eaLnBrk="0" fontAlgn="base" hangingPunct="0">
              <a:lnSpc>
                <a:spcPct val="88000"/>
              </a:lnSpc>
              <a:spcBef>
                <a:spcPts val="300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Noto Sans CJK SC" charset="0"/>
              </a:defRPr>
            </a:lvl8pPr>
            <a:lvl9pPr marL="3886200" indent="-228600" defTabSz="457200" eaLnBrk="0" fontAlgn="base" hangingPunct="0">
              <a:lnSpc>
                <a:spcPct val="88000"/>
              </a:lnSpc>
              <a:spcBef>
                <a:spcPts val="300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Noto Sans CJK SC" charset="0"/>
              </a:defRPr>
            </a:lvl9pPr>
          </a:lstStyle>
          <a:p>
            <a:pPr>
              <a:lnSpc>
                <a:spcPts val="3500"/>
              </a:lnSpc>
              <a:spcBef>
                <a:spcPts val="25"/>
              </a:spcBef>
              <a:buClrTx/>
            </a:pPr>
            <a:r>
              <a:rPr lang="en-US" altLang="en-US" sz="3200" dirty="0">
                <a:solidFill>
                  <a:srgbClr val="002060"/>
                </a:solidFill>
                <a:latin typeface="Tahoma" panose="020B0604030504040204" pitchFamily="34" charset="0"/>
              </a:rPr>
              <a:t>Assembly Process</a:t>
            </a:r>
          </a:p>
        </p:txBody>
      </p:sp>
      <p:sp>
        <p:nvSpPr>
          <p:cNvPr id="40989" name="Line 7">
            <a:extLst>
              <a:ext uri="{FF2B5EF4-FFF2-40B4-BE49-F238E27FC236}">
                <a16:creationId xmlns:a16="http://schemas.microsoft.com/office/drawing/2014/main" id="{BF7FF10D-DB2B-6488-FF9F-F848BD7FC6F4}"/>
              </a:ext>
            </a:extLst>
          </p:cNvPr>
          <p:cNvSpPr>
            <a:spLocks noChangeShapeType="1"/>
          </p:cNvSpPr>
          <p:nvPr/>
        </p:nvSpPr>
        <p:spPr bwMode="auto">
          <a:xfrm>
            <a:off x="10552326" y="1171871"/>
            <a:ext cx="1585706" cy="0"/>
          </a:xfrm>
          <a:prstGeom prst="line">
            <a:avLst/>
          </a:prstGeom>
          <a:noFill/>
          <a:ln w="123840">
            <a:solidFill>
              <a:srgbClr val="6767B9"/>
            </a:solidFill>
            <a:prstDash val="sys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6084DBA-5A43-5BA7-2A28-4770D7D3011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9661" b="27337"/>
          <a:stretch>
            <a:fillRect/>
          </a:stretch>
        </p:blipFill>
        <p:spPr>
          <a:xfrm>
            <a:off x="9283073" y="58663"/>
            <a:ext cx="2850198" cy="99695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D76987D-22FA-E709-D743-65F79BB5E39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594" r="3550"/>
          <a:stretch>
            <a:fillRect/>
          </a:stretch>
        </p:blipFill>
        <p:spPr>
          <a:xfrm>
            <a:off x="68824" y="2872709"/>
            <a:ext cx="2965451" cy="242518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CC44ADA-2342-F05F-B1C0-A7896349221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737" r="2239"/>
          <a:stretch>
            <a:fillRect/>
          </a:stretch>
        </p:blipFill>
        <p:spPr>
          <a:xfrm>
            <a:off x="3138740" y="3215120"/>
            <a:ext cx="2832101" cy="207189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8F289A9C-07D9-BCE8-88E1-44DD0A076BB6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340" r="1806"/>
          <a:stretch>
            <a:fillRect/>
          </a:stretch>
        </p:blipFill>
        <p:spPr>
          <a:xfrm>
            <a:off x="6075307" y="2476195"/>
            <a:ext cx="2965450" cy="2821701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CE87082F-F4F6-478A-736D-0FF0F6DEC1A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30818" y="2366894"/>
            <a:ext cx="2902453" cy="2931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178559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287FAB-F2E2-0A14-A5A5-63974FC4C3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2" name="Picture 1">
            <a:extLst>
              <a:ext uri="{FF2B5EF4-FFF2-40B4-BE49-F238E27FC236}">
                <a16:creationId xmlns:a16="http://schemas.microsoft.com/office/drawing/2014/main" id="{1F95AB68-5D32-84A8-99FE-3DA23E43A7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522215" cy="1114280"/>
          </a:xfrm>
          <a:prstGeom prst="rect">
            <a:avLst/>
          </a:prstGeom>
          <a:solidFill>
            <a:schemeClr val="bg1"/>
          </a:solidFill>
          <a:ln w="9525">
            <a:noFill/>
            <a:round/>
            <a:headEnd/>
            <a:tailEnd/>
          </a:ln>
          <a:effectLst/>
        </p:spPr>
      </p:pic>
      <p:sp>
        <p:nvSpPr>
          <p:cNvPr id="40963" name="Line 2">
            <a:extLst>
              <a:ext uri="{FF2B5EF4-FFF2-40B4-BE49-F238E27FC236}">
                <a16:creationId xmlns:a16="http://schemas.microsoft.com/office/drawing/2014/main" id="{5C2D359D-94B0-0F62-1808-A29E15AC00DC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1170282"/>
            <a:ext cx="10465025" cy="3175"/>
          </a:xfrm>
          <a:prstGeom prst="line">
            <a:avLst/>
          </a:prstGeom>
          <a:noFill/>
          <a:ln w="123840">
            <a:solidFill>
              <a:srgbClr val="6767B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964" name="Rectangle 3">
            <a:extLst>
              <a:ext uri="{FF2B5EF4-FFF2-40B4-BE49-F238E27FC236}">
                <a16:creationId xmlns:a16="http://schemas.microsoft.com/office/drawing/2014/main" id="{FA3E09F6-9F47-0F7B-36B6-E40B5AC53D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4594" y="349958"/>
            <a:ext cx="8942811" cy="4977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tIns="0" bIns="0" anchor="b"/>
          <a:lstStyle>
            <a:lvl1pPr>
              <a:lnSpc>
                <a:spcPct val="88000"/>
              </a:lnSpc>
              <a:spcBef>
                <a:spcPts val="1438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anose="020F0502020204030204" pitchFamily="34" charset="0"/>
                <a:cs typeface="Noto Sans CJK SC" charset="0"/>
              </a:defRPr>
            </a:lvl1pPr>
            <a:lvl2pPr>
              <a:lnSpc>
                <a:spcPct val="88000"/>
              </a:lnSpc>
              <a:spcBef>
                <a:spcPts val="1150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Noto Sans CJK SC" charset="0"/>
              </a:defRPr>
            </a:lvl2pPr>
            <a:lvl3pPr>
              <a:lnSpc>
                <a:spcPct val="88000"/>
              </a:lnSpc>
              <a:spcBef>
                <a:spcPts val="875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cs typeface="Noto Sans CJK SC" charset="0"/>
              </a:defRPr>
            </a:lvl3pPr>
            <a:lvl4pPr>
              <a:lnSpc>
                <a:spcPct val="88000"/>
              </a:lnSpc>
              <a:spcBef>
                <a:spcPts val="588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cs typeface="Noto Sans CJK SC" charset="0"/>
              </a:defRPr>
            </a:lvl4pPr>
            <a:lvl5pPr>
              <a:lnSpc>
                <a:spcPct val="88000"/>
              </a:lnSpc>
              <a:spcBef>
                <a:spcPts val="300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Noto Sans CJK SC" charset="0"/>
              </a:defRPr>
            </a:lvl5pPr>
            <a:lvl6pPr marL="2514600" indent="-228600" defTabSz="457200" eaLnBrk="0" fontAlgn="base" hangingPunct="0">
              <a:lnSpc>
                <a:spcPct val="88000"/>
              </a:lnSpc>
              <a:spcBef>
                <a:spcPts val="300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Noto Sans CJK SC" charset="0"/>
              </a:defRPr>
            </a:lvl6pPr>
            <a:lvl7pPr marL="2971800" indent="-228600" defTabSz="457200" eaLnBrk="0" fontAlgn="base" hangingPunct="0">
              <a:lnSpc>
                <a:spcPct val="88000"/>
              </a:lnSpc>
              <a:spcBef>
                <a:spcPts val="300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Noto Sans CJK SC" charset="0"/>
              </a:defRPr>
            </a:lvl7pPr>
            <a:lvl8pPr marL="3429000" indent="-228600" defTabSz="457200" eaLnBrk="0" fontAlgn="base" hangingPunct="0">
              <a:lnSpc>
                <a:spcPct val="88000"/>
              </a:lnSpc>
              <a:spcBef>
                <a:spcPts val="300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Noto Sans CJK SC" charset="0"/>
              </a:defRPr>
            </a:lvl8pPr>
            <a:lvl9pPr marL="3886200" indent="-228600" defTabSz="457200" eaLnBrk="0" fontAlgn="base" hangingPunct="0">
              <a:lnSpc>
                <a:spcPct val="88000"/>
              </a:lnSpc>
              <a:spcBef>
                <a:spcPts val="300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Noto Sans CJK SC" charset="0"/>
              </a:defRPr>
            </a:lvl9pPr>
          </a:lstStyle>
          <a:p>
            <a:pPr>
              <a:lnSpc>
                <a:spcPts val="3500"/>
              </a:lnSpc>
              <a:spcBef>
                <a:spcPts val="25"/>
              </a:spcBef>
              <a:buClrTx/>
            </a:pPr>
            <a:r>
              <a:rPr lang="en-US" altLang="en-US" sz="3200" dirty="0">
                <a:solidFill>
                  <a:srgbClr val="002060"/>
                </a:solidFill>
                <a:latin typeface="Tahoma" panose="020B0604030504040204" pitchFamily="34" charset="0"/>
              </a:rPr>
              <a:t>Assembly Process</a:t>
            </a:r>
          </a:p>
        </p:txBody>
      </p:sp>
      <p:sp>
        <p:nvSpPr>
          <p:cNvPr id="40989" name="Line 7">
            <a:extLst>
              <a:ext uri="{FF2B5EF4-FFF2-40B4-BE49-F238E27FC236}">
                <a16:creationId xmlns:a16="http://schemas.microsoft.com/office/drawing/2014/main" id="{65F1F626-3B1B-95FA-91A0-25CE0BD3AA02}"/>
              </a:ext>
            </a:extLst>
          </p:cNvPr>
          <p:cNvSpPr>
            <a:spLocks noChangeShapeType="1"/>
          </p:cNvSpPr>
          <p:nvPr/>
        </p:nvSpPr>
        <p:spPr bwMode="auto">
          <a:xfrm>
            <a:off x="10552326" y="1171871"/>
            <a:ext cx="1585706" cy="0"/>
          </a:xfrm>
          <a:prstGeom prst="line">
            <a:avLst/>
          </a:prstGeom>
          <a:noFill/>
          <a:ln w="123840">
            <a:solidFill>
              <a:srgbClr val="6767B9"/>
            </a:solidFill>
            <a:prstDash val="sys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38D1E30-F213-AEC5-B41D-EEFA4D7C170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9661" b="27337"/>
          <a:stretch>
            <a:fillRect/>
          </a:stretch>
        </p:blipFill>
        <p:spPr>
          <a:xfrm>
            <a:off x="9283073" y="58663"/>
            <a:ext cx="2850198" cy="996954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700AD3CD-2E67-F494-BDAD-B7356CFD63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3428" y="1322439"/>
            <a:ext cx="4934857" cy="5336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9792486"/>
      </p:ext>
    </p:extLst>
  </p:cSld>
  <p:clrMapOvr>
    <a:masterClrMapping/>
  </p:clrMapOvr>
  <p:transition spd="slow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95CF4-3122-9857-0970-94B2912E1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2" name="Picture 1">
            <a:extLst>
              <a:ext uri="{FF2B5EF4-FFF2-40B4-BE49-F238E27FC236}">
                <a16:creationId xmlns:a16="http://schemas.microsoft.com/office/drawing/2014/main" id="{44EFC74A-F575-B76E-EA9A-DD3ED885E3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522215" cy="1114280"/>
          </a:xfrm>
          <a:prstGeom prst="rect">
            <a:avLst/>
          </a:prstGeom>
          <a:solidFill>
            <a:schemeClr val="bg1"/>
          </a:solidFill>
          <a:ln w="9525">
            <a:noFill/>
            <a:round/>
            <a:headEnd/>
            <a:tailEnd/>
          </a:ln>
          <a:effectLst/>
        </p:spPr>
      </p:pic>
      <p:sp>
        <p:nvSpPr>
          <p:cNvPr id="40963" name="Line 2">
            <a:extLst>
              <a:ext uri="{FF2B5EF4-FFF2-40B4-BE49-F238E27FC236}">
                <a16:creationId xmlns:a16="http://schemas.microsoft.com/office/drawing/2014/main" id="{04BC464D-B509-6EE1-1586-07011EBB7FA1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1170282"/>
            <a:ext cx="10465025" cy="3175"/>
          </a:xfrm>
          <a:prstGeom prst="line">
            <a:avLst/>
          </a:prstGeom>
          <a:noFill/>
          <a:ln w="123840">
            <a:solidFill>
              <a:srgbClr val="6767B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964" name="Rectangle 3">
            <a:extLst>
              <a:ext uri="{FF2B5EF4-FFF2-40B4-BE49-F238E27FC236}">
                <a16:creationId xmlns:a16="http://schemas.microsoft.com/office/drawing/2014/main" id="{CDCF736D-89FD-B665-A784-66F6D3E3C8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4594" y="349958"/>
            <a:ext cx="8942811" cy="4977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tIns="0" bIns="0" anchor="b"/>
          <a:lstStyle>
            <a:lvl1pPr>
              <a:lnSpc>
                <a:spcPct val="88000"/>
              </a:lnSpc>
              <a:spcBef>
                <a:spcPts val="1438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anose="020F0502020204030204" pitchFamily="34" charset="0"/>
                <a:cs typeface="Noto Sans CJK SC" charset="0"/>
              </a:defRPr>
            </a:lvl1pPr>
            <a:lvl2pPr>
              <a:lnSpc>
                <a:spcPct val="88000"/>
              </a:lnSpc>
              <a:spcBef>
                <a:spcPts val="1150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Noto Sans CJK SC" charset="0"/>
              </a:defRPr>
            </a:lvl2pPr>
            <a:lvl3pPr>
              <a:lnSpc>
                <a:spcPct val="88000"/>
              </a:lnSpc>
              <a:spcBef>
                <a:spcPts val="875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cs typeface="Noto Sans CJK SC" charset="0"/>
              </a:defRPr>
            </a:lvl3pPr>
            <a:lvl4pPr>
              <a:lnSpc>
                <a:spcPct val="88000"/>
              </a:lnSpc>
              <a:spcBef>
                <a:spcPts val="588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cs typeface="Noto Sans CJK SC" charset="0"/>
              </a:defRPr>
            </a:lvl4pPr>
            <a:lvl5pPr>
              <a:lnSpc>
                <a:spcPct val="88000"/>
              </a:lnSpc>
              <a:spcBef>
                <a:spcPts val="300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Noto Sans CJK SC" charset="0"/>
              </a:defRPr>
            </a:lvl5pPr>
            <a:lvl6pPr marL="2514600" indent="-228600" defTabSz="457200" eaLnBrk="0" fontAlgn="base" hangingPunct="0">
              <a:lnSpc>
                <a:spcPct val="88000"/>
              </a:lnSpc>
              <a:spcBef>
                <a:spcPts val="300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Noto Sans CJK SC" charset="0"/>
              </a:defRPr>
            </a:lvl6pPr>
            <a:lvl7pPr marL="2971800" indent="-228600" defTabSz="457200" eaLnBrk="0" fontAlgn="base" hangingPunct="0">
              <a:lnSpc>
                <a:spcPct val="88000"/>
              </a:lnSpc>
              <a:spcBef>
                <a:spcPts val="300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Noto Sans CJK SC" charset="0"/>
              </a:defRPr>
            </a:lvl7pPr>
            <a:lvl8pPr marL="3429000" indent="-228600" defTabSz="457200" eaLnBrk="0" fontAlgn="base" hangingPunct="0">
              <a:lnSpc>
                <a:spcPct val="88000"/>
              </a:lnSpc>
              <a:spcBef>
                <a:spcPts val="300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Noto Sans CJK SC" charset="0"/>
              </a:defRPr>
            </a:lvl8pPr>
            <a:lvl9pPr marL="3886200" indent="-228600" defTabSz="457200" eaLnBrk="0" fontAlgn="base" hangingPunct="0">
              <a:lnSpc>
                <a:spcPct val="88000"/>
              </a:lnSpc>
              <a:spcBef>
                <a:spcPts val="300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Noto Sans CJK SC" charset="0"/>
              </a:defRPr>
            </a:lvl9pPr>
          </a:lstStyle>
          <a:p>
            <a:pPr>
              <a:lnSpc>
                <a:spcPts val="3500"/>
              </a:lnSpc>
              <a:spcBef>
                <a:spcPts val="25"/>
              </a:spcBef>
              <a:buClrTx/>
            </a:pPr>
            <a:r>
              <a:rPr lang="en-US" altLang="en-US" sz="3200" dirty="0">
                <a:solidFill>
                  <a:srgbClr val="002060"/>
                </a:solidFill>
                <a:latin typeface="Tahoma" panose="020B0604030504040204" pitchFamily="34" charset="0"/>
              </a:rPr>
              <a:t>Power Signal Adapter</a:t>
            </a:r>
          </a:p>
        </p:txBody>
      </p:sp>
      <p:sp>
        <p:nvSpPr>
          <p:cNvPr id="40989" name="Line 7">
            <a:extLst>
              <a:ext uri="{FF2B5EF4-FFF2-40B4-BE49-F238E27FC236}">
                <a16:creationId xmlns:a16="http://schemas.microsoft.com/office/drawing/2014/main" id="{8A3A3361-168D-5E80-945E-38D71000AD86}"/>
              </a:ext>
            </a:extLst>
          </p:cNvPr>
          <p:cNvSpPr>
            <a:spLocks noChangeShapeType="1"/>
          </p:cNvSpPr>
          <p:nvPr/>
        </p:nvSpPr>
        <p:spPr bwMode="auto">
          <a:xfrm>
            <a:off x="10552326" y="1171871"/>
            <a:ext cx="1585706" cy="0"/>
          </a:xfrm>
          <a:prstGeom prst="line">
            <a:avLst/>
          </a:prstGeom>
          <a:noFill/>
          <a:ln w="123840">
            <a:solidFill>
              <a:srgbClr val="6767B9"/>
            </a:solidFill>
            <a:prstDash val="sys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89035CE-2F27-D276-8B3B-3ADA4602ECA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9661" b="27337"/>
          <a:stretch>
            <a:fillRect/>
          </a:stretch>
        </p:blipFill>
        <p:spPr>
          <a:xfrm>
            <a:off x="9283073" y="58663"/>
            <a:ext cx="2850198" cy="996954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78E216D2-4604-3C3E-E8FD-825B6D565703}"/>
              </a:ext>
            </a:extLst>
          </p:cNvPr>
          <p:cNvSpPr txBox="1"/>
          <p:nvPr/>
        </p:nvSpPr>
        <p:spPr>
          <a:xfrm>
            <a:off x="7106782" y="2537974"/>
            <a:ext cx="3416300" cy="33855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171450" indent="-171450">
              <a:buFont typeface="Arial" panose="020B0604020202020204" pitchFamily="34" charset="0"/>
              <a:buChar char="•"/>
              <a:defRPr sz="1200"/>
            </a:lvl1pPr>
          </a:lstStyle>
          <a:p>
            <a:pPr marL="0" indent="0">
              <a:buNone/>
            </a:pPr>
            <a:r>
              <a:rPr lang="en-US" sz="1600" dirty="0"/>
              <a:t>GOLF/FOX-ME-113 Bolt  Hole Pattern</a:t>
            </a: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83AC1ED6-645B-FBBA-10D9-5DA4B18577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118" y="1700639"/>
            <a:ext cx="5274100" cy="2220391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F4C76BFC-CAE9-9B4C-09FC-583B7B3B8D61}"/>
              </a:ext>
            </a:extLst>
          </p:cNvPr>
          <p:cNvSpPr txBox="1"/>
          <p:nvPr/>
        </p:nvSpPr>
        <p:spPr>
          <a:xfrm rot="20414233">
            <a:off x="2704353" y="2620692"/>
            <a:ext cx="6505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Top</a:t>
            </a: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BC32D4A0-4FB8-130F-760B-CD184D4E54D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6974" y="4328592"/>
            <a:ext cx="5273668" cy="2232994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669F6D39-8574-F6C0-3B61-E6D0C466D60F}"/>
              </a:ext>
            </a:extLst>
          </p:cNvPr>
          <p:cNvSpPr txBox="1"/>
          <p:nvPr/>
        </p:nvSpPr>
        <p:spPr>
          <a:xfrm>
            <a:off x="144265" y="6462619"/>
            <a:ext cx="2755900" cy="33855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171450" indent="-171450">
              <a:buFont typeface="Arial" panose="020B0604020202020204" pitchFamily="34" charset="0"/>
              <a:buChar char="•"/>
              <a:defRPr sz="1200"/>
            </a:lvl1pPr>
          </a:lstStyle>
          <a:p>
            <a:pPr marL="0" indent="0">
              <a:buNone/>
            </a:pPr>
            <a:r>
              <a:rPr lang="en-US" sz="1600" dirty="0" err="1"/>
              <a:t>Samtec</a:t>
            </a:r>
            <a:r>
              <a:rPr lang="en-US" sz="1600" dirty="0"/>
              <a:t> QSH-030-01-L-D-A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24E03AE-484A-53F7-F547-FF4EE06F7913}"/>
              </a:ext>
            </a:extLst>
          </p:cNvPr>
          <p:cNvSpPr txBox="1"/>
          <p:nvPr/>
        </p:nvSpPr>
        <p:spPr>
          <a:xfrm rot="321505">
            <a:off x="2919163" y="5350641"/>
            <a:ext cx="11706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Bottom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EC25CB7-8B40-7B27-BF12-DF72DA720F02}"/>
              </a:ext>
            </a:extLst>
          </p:cNvPr>
          <p:cNvCxnSpPr>
            <a:cxnSpLocks/>
            <a:stCxn id="24" idx="0"/>
          </p:cNvCxnSpPr>
          <p:nvPr/>
        </p:nvCxnSpPr>
        <p:spPr>
          <a:xfrm flipV="1">
            <a:off x="1522215" y="5462161"/>
            <a:ext cx="791985" cy="1000458"/>
          </a:xfrm>
          <a:prstGeom prst="straightConnector1">
            <a:avLst/>
          </a:prstGeom>
          <a:ln w="34925">
            <a:solidFill>
              <a:srgbClr val="FF0000"/>
            </a:solidFill>
            <a:tailEnd type="triangle"/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DCD30798-2ADF-CFA8-6D49-46CE8919348D}"/>
              </a:ext>
            </a:extLst>
          </p:cNvPr>
          <p:cNvCxnSpPr>
            <a:cxnSpLocks/>
          </p:cNvCxnSpPr>
          <p:nvPr/>
        </p:nvCxnSpPr>
        <p:spPr>
          <a:xfrm flipV="1">
            <a:off x="527118" y="4220024"/>
            <a:ext cx="2293236" cy="1242137"/>
          </a:xfrm>
          <a:prstGeom prst="straightConnector1">
            <a:avLst/>
          </a:prstGeom>
          <a:ln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8C41C4C6-1A93-3F73-C424-69F6B180BF0F}"/>
              </a:ext>
            </a:extLst>
          </p:cNvPr>
          <p:cNvSpPr txBox="1"/>
          <p:nvPr/>
        </p:nvSpPr>
        <p:spPr>
          <a:xfrm>
            <a:off x="1020561" y="4625693"/>
            <a:ext cx="6848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92mm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6AD8E5BB-E3FE-D66B-853C-A950DE102F27}"/>
              </a:ext>
            </a:extLst>
          </p:cNvPr>
          <p:cNvCxnSpPr>
            <a:cxnSpLocks/>
          </p:cNvCxnSpPr>
          <p:nvPr/>
        </p:nvCxnSpPr>
        <p:spPr>
          <a:xfrm>
            <a:off x="2900165" y="4245761"/>
            <a:ext cx="3241195" cy="911600"/>
          </a:xfrm>
          <a:prstGeom prst="straightConnector1">
            <a:avLst/>
          </a:prstGeom>
          <a:ln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F84AA879-FFF4-99AE-6F3D-17AE6BB8739D}"/>
              </a:ext>
            </a:extLst>
          </p:cNvPr>
          <p:cNvSpPr txBox="1"/>
          <p:nvPr/>
        </p:nvSpPr>
        <p:spPr>
          <a:xfrm>
            <a:off x="4408547" y="4414222"/>
            <a:ext cx="6848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96mm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B41900F-EAC1-D2B0-2BE0-D6A5018B3BCD}"/>
              </a:ext>
            </a:extLst>
          </p:cNvPr>
          <p:cNvCxnSpPr>
            <a:cxnSpLocks/>
            <a:stCxn id="27" idx="1"/>
          </p:cNvCxnSpPr>
          <p:nvPr/>
        </p:nvCxnSpPr>
        <p:spPr>
          <a:xfrm flipH="1">
            <a:off x="5653233" y="2707251"/>
            <a:ext cx="1453549" cy="274568"/>
          </a:xfrm>
          <a:prstGeom prst="straightConnector1">
            <a:avLst/>
          </a:prstGeom>
          <a:ln w="34925">
            <a:solidFill>
              <a:srgbClr val="FF0000"/>
            </a:solidFill>
            <a:tailEnd type="triangle"/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F1D9FB2-F003-BDF2-ACD4-03DFA05916BB}"/>
              </a:ext>
            </a:extLst>
          </p:cNvPr>
          <p:cNvSpPr txBox="1"/>
          <p:nvPr/>
        </p:nvSpPr>
        <p:spPr>
          <a:xfrm>
            <a:off x="6728909" y="1858051"/>
            <a:ext cx="2904948" cy="33855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171450" indent="-171450">
              <a:buFont typeface="Arial" panose="020B0604020202020204" pitchFamily="34" charset="0"/>
              <a:buChar char="•"/>
              <a:defRPr sz="1200"/>
            </a:lvl1pPr>
          </a:lstStyle>
          <a:p>
            <a:pPr marL="0" indent="0">
              <a:buNone/>
            </a:pPr>
            <a:r>
              <a:rPr lang="en-US" sz="1600" dirty="0"/>
              <a:t>(2) MTSW-106-08-L-D-</a:t>
            </a:r>
            <a:r>
              <a:rPr lang="en-US" sz="1600" strike="sngStrike" dirty="0"/>
              <a:t>300</a:t>
            </a:r>
            <a:r>
              <a:rPr lang="en-US" sz="1600" dirty="0"/>
              <a:t> -235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C056583-AAF1-034D-7705-026D909C814C}"/>
              </a:ext>
            </a:extLst>
          </p:cNvPr>
          <p:cNvSpPr txBox="1"/>
          <p:nvPr/>
        </p:nvSpPr>
        <p:spPr>
          <a:xfrm>
            <a:off x="6563063" y="1425861"/>
            <a:ext cx="3070794" cy="33855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171450" indent="-171450">
              <a:buFont typeface="Arial" panose="020B0604020202020204" pitchFamily="34" charset="0"/>
              <a:buChar char="•"/>
              <a:defRPr sz="1200"/>
            </a:lvl1pPr>
          </a:lstStyle>
          <a:p>
            <a:pPr marL="0" indent="0">
              <a:buNone/>
            </a:pPr>
            <a:r>
              <a:rPr lang="en-US" sz="1600" dirty="0"/>
              <a:t>(2) MTSW-107-08-L-D-</a:t>
            </a:r>
            <a:r>
              <a:rPr lang="en-US" sz="1600" strike="sngStrike" dirty="0"/>
              <a:t>300</a:t>
            </a:r>
            <a:r>
              <a:rPr lang="en-US" sz="1600" dirty="0"/>
              <a:t> -235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403E1A3-9D48-7B31-F321-84797E02CC45}"/>
              </a:ext>
            </a:extLst>
          </p:cNvPr>
          <p:cNvCxnSpPr>
            <a:cxnSpLocks/>
            <a:stCxn id="19" idx="1"/>
          </p:cNvCxnSpPr>
          <p:nvPr/>
        </p:nvCxnSpPr>
        <p:spPr>
          <a:xfrm flipH="1">
            <a:off x="4212771" y="1595138"/>
            <a:ext cx="2350292" cy="305010"/>
          </a:xfrm>
          <a:prstGeom prst="straightConnector1">
            <a:avLst/>
          </a:prstGeom>
          <a:ln w="34925">
            <a:solidFill>
              <a:srgbClr val="FF0000"/>
            </a:solidFill>
            <a:tailEnd type="triangle"/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8E41014-27CD-EC48-3D16-0996C2F7A727}"/>
              </a:ext>
            </a:extLst>
          </p:cNvPr>
          <p:cNvCxnSpPr>
            <a:cxnSpLocks/>
            <a:stCxn id="12" idx="1"/>
          </p:cNvCxnSpPr>
          <p:nvPr/>
        </p:nvCxnSpPr>
        <p:spPr>
          <a:xfrm flipH="1">
            <a:off x="4907643" y="2027328"/>
            <a:ext cx="1821266" cy="288613"/>
          </a:xfrm>
          <a:prstGeom prst="straightConnector1">
            <a:avLst/>
          </a:prstGeom>
          <a:ln w="34925">
            <a:solidFill>
              <a:srgbClr val="FF0000"/>
            </a:solidFill>
            <a:tailEnd type="triangle"/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4" name="Picture 53">
            <a:extLst>
              <a:ext uri="{FF2B5EF4-FFF2-40B4-BE49-F238E27FC236}">
                <a16:creationId xmlns:a16="http://schemas.microsoft.com/office/drawing/2014/main" id="{E7B97D16-CFE7-3467-7791-0D554A95C72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58200" y="4027495"/>
            <a:ext cx="3674565" cy="2675131"/>
          </a:xfrm>
          <a:prstGeom prst="rect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705DC577-8F89-6692-A8CA-9047910D4906}"/>
              </a:ext>
            </a:extLst>
          </p:cNvPr>
          <p:cNvSpPr txBox="1"/>
          <p:nvPr/>
        </p:nvSpPr>
        <p:spPr>
          <a:xfrm>
            <a:off x="6884763" y="5962390"/>
            <a:ext cx="583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/>
              <a:t>PSA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A93389A-389A-D74D-EF59-707BDED569FA}"/>
              </a:ext>
            </a:extLst>
          </p:cNvPr>
          <p:cNvSpPr txBox="1"/>
          <p:nvPr/>
        </p:nvSpPr>
        <p:spPr>
          <a:xfrm>
            <a:off x="6934200" y="5388911"/>
            <a:ext cx="534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/>
              <a:t>PIU</a:t>
            </a:r>
          </a:p>
        </p:txBody>
      </p:sp>
      <p:sp>
        <p:nvSpPr>
          <p:cNvPr id="58" name="Arrow: Right 57">
            <a:extLst>
              <a:ext uri="{FF2B5EF4-FFF2-40B4-BE49-F238E27FC236}">
                <a16:creationId xmlns:a16="http://schemas.microsoft.com/office/drawing/2014/main" id="{E142B1B3-1C06-CFDD-1412-3083BE9A5465}"/>
              </a:ext>
            </a:extLst>
          </p:cNvPr>
          <p:cNvSpPr/>
          <p:nvPr/>
        </p:nvSpPr>
        <p:spPr>
          <a:xfrm>
            <a:off x="7468321" y="5432139"/>
            <a:ext cx="1593585" cy="284485"/>
          </a:xfrm>
          <a:prstGeom prst="rightArrow">
            <a:avLst/>
          </a:prstGeom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Arrow: Right 58">
            <a:extLst>
              <a:ext uri="{FF2B5EF4-FFF2-40B4-BE49-F238E27FC236}">
                <a16:creationId xmlns:a16="http://schemas.microsoft.com/office/drawing/2014/main" id="{9E3B255A-4073-D0BB-AE6C-035A73431B1D}"/>
              </a:ext>
            </a:extLst>
          </p:cNvPr>
          <p:cNvSpPr/>
          <p:nvPr/>
        </p:nvSpPr>
        <p:spPr>
          <a:xfrm>
            <a:off x="7468321" y="6004813"/>
            <a:ext cx="1593585" cy="284485"/>
          </a:xfrm>
          <a:prstGeom prst="rightArrow">
            <a:avLst/>
          </a:prstGeom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Arrow: Right 59">
            <a:extLst>
              <a:ext uri="{FF2B5EF4-FFF2-40B4-BE49-F238E27FC236}">
                <a16:creationId xmlns:a16="http://schemas.microsoft.com/office/drawing/2014/main" id="{22D842A3-A868-E0C5-CF45-67F360CAFED8}"/>
              </a:ext>
            </a:extLst>
          </p:cNvPr>
          <p:cNvSpPr/>
          <p:nvPr/>
        </p:nvSpPr>
        <p:spPr>
          <a:xfrm>
            <a:off x="7468321" y="6439791"/>
            <a:ext cx="1593585" cy="284485"/>
          </a:xfrm>
          <a:prstGeom prst="rightArrow">
            <a:avLst/>
          </a:prstGeom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19A8D2E-2B28-0420-ACC4-85222F78480F}"/>
              </a:ext>
            </a:extLst>
          </p:cNvPr>
          <p:cNvSpPr txBox="1"/>
          <p:nvPr/>
        </p:nvSpPr>
        <p:spPr>
          <a:xfrm>
            <a:off x="6788327" y="6392821"/>
            <a:ext cx="679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/>
              <a:t>LIHU</a:t>
            </a:r>
          </a:p>
        </p:txBody>
      </p:sp>
    </p:spTree>
    <p:extLst>
      <p:ext uri="{BB962C8B-B14F-4D97-AF65-F5344CB8AC3E}">
        <p14:creationId xmlns:p14="http://schemas.microsoft.com/office/powerpoint/2010/main" val="1901218311"/>
      </p:ext>
    </p:extLst>
  </p:cSld>
  <p:clrMapOvr>
    <a:masterClrMapping/>
  </p:clrMapOvr>
  <p:transition spd="slow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AA7F9C-EFF0-4C05-C353-C65D9009A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2" name="Picture 1">
            <a:extLst>
              <a:ext uri="{FF2B5EF4-FFF2-40B4-BE49-F238E27FC236}">
                <a16:creationId xmlns:a16="http://schemas.microsoft.com/office/drawing/2014/main" id="{E979634B-E40A-620E-B25A-2290596DD2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330"/>
            <a:ext cx="1522215" cy="11142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40963" name="Line 2">
            <a:extLst>
              <a:ext uri="{FF2B5EF4-FFF2-40B4-BE49-F238E27FC236}">
                <a16:creationId xmlns:a16="http://schemas.microsoft.com/office/drawing/2014/main" id="{7533B3D6-939A-3777-9498-D9353AC4393F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1170282"/>
            <a:ext cx="10465025" cy="3175"/>
          </a:xfrm>
          <a:prstGeom prst="line">
            <a:avLst/>
          </a:prstGeom>
          <a:noFill/>
          <a:ln w="123840">
            <a:solidFill>
              <a:srgbClr val="0070C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964" name="Rectangle 3">
            <a:extLst>
              <a:ext uri="{FF2B5EF4-FFF2-40B4-BE49-F238E27FC236}">
                <a16:creationId xmlns:a16="http://schemas.microsoft.com/office/drawing/2014/main" id="{EF280962-C3A7-FAB7-1A0D-0C4D6DA1AE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9515" y="249654"/>
            <a:ext cx="8942811" cy="685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tIns="0" bIns="0" anchor="ctr"/>
          <a:lstStyle>
            <a:lvl1pPr>
              <a:lnSpc>
                <a:spcPct val="88000"/>
              </a:lnSpc>
              <a:spcBef>
                <a:spcPts val="1438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anose="020F0502020204030204" pitchFamily="34" charset="0"/>
                <a:cs typeface="Noto Sans CJK SC" charset="0"/>
              </a:defRPr>
            </a:lvl1pPr>
            <a:lvl2pPr>
              <a:lnSpc>
                <a:spcPct val="88000"/>
              </a:lnSpc>
              <a:spcBef>
                <a:spcPts val="1150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Noto Sans CJK SC" charset="0"/>
              </a:defRPr>
            </a:lvl2pPr>
            <a:lvl3pPr>
              <a:lnSpc>
                <a:spcPct val="88000"/>
              </a:lnSpc>
              <a:spcBef>
                <a:spcPts val="875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cs typeface="Noto Sans CJK SC" charset="0"/>
              </a:defRPr>
            </a:lvl3pPr>
            <a:lvl4pPr>
              <a:lnSpc>
                <a:spcPct val="88000"/>
              </a:lnSpc>
              <a:spcBef>
                <a:spcPts val="588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cs typeface="Noto Sans CJK SC" charset="0"/>
              </a:defRPr>
            </a:lvl4pPr>
            <a:lvl5pPr>
              <a:lnSpc>
                <a:spcPct val="88000"/>
              </a:lnSpc>
              <a:spcBef>
                <a:spcPts val="300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Noto Sans CJK SC" charset="0"/>
              </a:defRPr>
            </a:lvl5pPr>
            <a:lvl6pPr marL="2514600" indent="-228600" defTabSz="457200" eaLnBrk="0" fontAlgn="base" hangingPunct="0">
              <a:lnSpc>
                <a:spcPct val="88000"/>
              </a:lnSpc>
              <a:spcBef>
                <a:spcPts val="300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Noto Sans CJK SC" charset="0"/>
              </a:defRPr>
            </a:lvl6pPr>
            <a:lvl7pPr marL="2971800" indent="-228600" defTabSz="457200" eaLnBrk="0" fontAlgn="base" hangingPunct="0">
              <a:lnSpc>
                <a:spcPct val="88000"/>
              </a:lnSpc>
              <a:spcBef>
                <a:spcPts val="300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Noto Sans CJK SC" charset="0"/>
              </a:defRPr>
            </a:lvl7pPr>
            <a:lvl8pPr marL="3429000" indent="-228600" defTabSz="457200" eaLnBrk="0" fontAlgn="base" hangingPunct="0">
              <a:lnSpc>
                <a:spcPct val="88000"/>
              </a:lnSpc>
              <a:spcBef>
                <a:spcPts val="300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Noto Sans CJK SC" charset="0"/>
              </a:defRPr>
            </a:lvl8pPr>
            <a:lvl9pPr marL="3886200" indent="-228600" defTabSz="457200" eaLnBrk="0" fontAlgn="base" hangingPunct="0">
              <a:lnSpc>
                <a:spcPct val="88000"/>
              </a:lnSpc>
              <a:spcBef>
                <a:spcPts val="300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Noto Sans CJK SC" charset="0"/>
              </a:defRPr>
            </a:lvl9pPr>
          </a:lstStyle>
          <a:p>
            <a:pPr>
              <a:lnSpc>
                <a:spcPts val="3500"/>
              </a:lnSpc>
              <a:spcBef>
                <a:spcPts val="25"/>
              </a:spcBef>
              <a:buClrTx/>
            </a:pPr>
            <a:r>
              <a:rPr lang="en-US" altLang="en-US" sz="3200" dirty="0">
                <a:solidFill>
                  <a:srgbClr val="002060"/>
                </a:solidFill>
                <a:latin typeface="Tahoma" panose="020B0604030504040204" pitchFamily="34" charset="0"/>
              </a:rPr>
              <a:t>Current Status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0689EA7-B1F8-BCB9-8C47-A31A853FC75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9661" b="27337"/>
          <a:stretch>
            <a:fillRect/>
          </a:stretch>
        </p:blipFill>
        <p:spPr>
          <a:xfrm>
            <a:off x="9283073" y="58663"/>
            <a:ext cx="2850198" cy="996954"/>
          </a:xfrm>
          <a:prstGeom prst="rect">
            <a:avLst/>
          </a:prstGeom>
        </p:spPr>
      </p:pic>
      <p:sp>
        <p:nvSpPr>
          <p:cNvPr id="20" name="Line 7">
            <a:extLst>
              <a:ext uri="{FF2B5EF4-FFF2-40B4-BE49-F238E27FC236}">
                <a16:creationId xmlns:a16="http://schemas.microsoft.com/office/drawing/2014/main" id="{101EFDE1-EEE1-59FA-C19C-F0DB2442E37B}"/>
              </a:ext>
            </a:extLst>
          </p:cNvPr>
          <p:cNvSpPr>
            <a:spLocks noChangeShapeType="1"/>
          </p:cNvSpPr>
          <p:nvPr/>
        </p:nvSpPr>
        <p:spPr bwMode="auto">
          <a:xfrm>
            <a:off x="10552326" y="1171871"/>
            <a:ext cx="1585706" cy="0"/>
          </a:xfrm>
          <a:prstGeom prst="line">
            <a:avLst/>
          </a:prstGeom>
          <a:noFill/>
          <a:ln w="123840">
            <a:solidFill>
              <a:srgbClr val="6767B9"/>
            </a:solidFill>
            <a:prstDash val="sys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57F8C8FE-E293-DB1D-331E-CE454F3EF329}"/>
              </a:ext>
            </a:extLst>
          </p:cNvPr>
          <p:cNvSpPr txBox="1">
            <a:spLocks/>
          </p:cNvSpPr>
          <p:nvPr/>
        </p:nvSpPr>
        <p:spPr>
          <a:xfrm>
            <a:off x="5312229" y="1570657"/>
            <a:ext cx="6738257" cy="477138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FOX-ME-204 Power Signal Adapter design finalized; release pending minor updates</a:t>
            </a:r>
          </a:p>
          <a:p>
            <a:endParaRPr lang="en-US" sz="2000" dirty="0"/>
          </a:p>
          <a:p>
            <a:r>
              <a:rPr lang="en-US" sz="2000" dirty="0"/>
              <a:t>FOX-ME-203 Mechanical Adapter drawing Work In Progress (WIP); metal parts fabricated and in-house</a:t>
            </a:r>
          </a:p>
          <a:p>
            <a:endParaRPr lang="en-US" sz="2000" dirty="0"/>
          </a:p>
          <a:p>
            <a:r>
              <a:rPr lang="en-US" sz="2000" dirty="0"/>
              <a:t>Hardware (fasteners, spacers, etc.) in-house; mechanical fit model constructed on ISISpace assembly jig</a:t>
            </a:r>
          </a:p>
          <a:p>
            <a:endParaRPr lang="en-US" sz="2000" dirty="0"/>
          </a:p>
          <a:p>
            <a:r>
              <a:rPr lang="en-US" sz="2000" dirty="0"/>
              <a:t>Solar Array “blanks” designed, fabricated, and in-house</a:t>
            </a:r>
          </a:p>
          <a:p>
            <a:endParaRPr lang="en-US" sz="2000" dirty="0"/>
          </a:p>
          <a:p>
            <a:r>
              <a:rPr lang="en-US" sz="2000" dirty="0"/>
              <a:t>FOX-ME-202 (TLA) and Assembly Procedures WIP</a:t>
            </a:r>
          </a:p>
          <a:p>
            <a:endParaRPr lang="en-US" sz="2000" dirty="0"/>
          </a:p>
          <a:p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E1C98B-D6F0-B914-9A61-B6DECED0EB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340120"/>
            <a:ext cx="5018314" cy="5034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1877945"/>
      </p:ext>
    </p:extLst>
  </p:cSld>
  <p:clrMapOvr>
    <a:masterClrMapping/>
  </p:clrMapOvr>
  <p:transition spd="slow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924A11-9723-EA86-5071-AF67CB643B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2" name="Picture 1">
            <a:extLst>
              <a:ext uri="{FF2B5EF4-FFF2-40B4-BE49-F238E27FC236}">
                <a16:creationId xmlns:a16="http://schemas.microsoft.com/office/drawing/2014/main" id="{6A4437A9-1693-50E7-B99C-349056BB17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522215" cy="1114280"/>
          </a:xfrm>
          <a:prstGeom prst="rect">
            <a:avLst/>
          </a:prstGeom>
          <a:solidFill>
            <a:schemeClr val="bg1"/>
          </a:solidFill>
          <a:ln w="9525">
            <a:noFill/>
            <a:round/>
            <a:headEnd/>
            <a:tailEnd/>
          </a:ln>
          <a:effectLst/>
        </p:spPr>
      </p:pic>
      <p:sp>
        <p:nvSpPr>
          <p:cNvPr id="40963" name="Line 2">
            <a:extLst>
              <a:ext uri="{FF2B5EF4-FFF2-40B4-BE49-F238E27FC236}">
                <a16:creationId xmlns:a16="http://schemas.microsoft.com/office/drawing/2014/main" id="{DFA38FF4-1D20-29A1-DFF4-C479CAC51EAC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1170282"/>
            <a:ext cx="10465025" cy="3175"/>
          </a:xfrm>
          <a:prstGeom prst="line">
            <a:avLst/>
          </a:prstGeom>
          <a:noFill/>
          <a:ln w="123840">
            <a:solidFill>
              <a:srgbClr val="6767B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964" name="Rectangle 3">
            <a:extLst>
              <a:ext uri="{FF2B5EF4-FFF2-40B4-BE49-F238E27FC236}">
                <a16:creationId xmlns:a16="http://schemas.microsoft.com/office/drawing/2014/main" id="{88E16AA7-F18D-E21C-B103-031A6D56AE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4594" y="349958"/>
            <a:ext cx="8942811" cy="4977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tIns="0" bIns="0" anchor="b"/>
          <a:lstStyle>
            <a:lvl1pPr>
              <a:lnSpc>
                <a:spcPct val="88000"/>
              </a:lnSpc>
              <a:spcBef>
                <a:spcPts val="1438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anose="020F0502020204030204" pitchFamily="34" charset="0"/>
                <a:cs typeface="Noto Sans CJK SC" charset="0"/>
              </a:defRPr>
            </a:lvl1pPr>
            <a:lvl2pPr>
              <a:lnSpc>
                <a:spcPct val="88000"/>
              </a:lnSpc>
              <a:spcBef>
                <a:spcPts val="1150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Noto Sans CJK SC" charset="0"/>
              </a:defRPr>
            </a:lvl2pPr>
            <a:lvl3pPr>
              <a:lnSpc>
                <a:spcPct val="88000"/>
              </a:lnSpc>
              <a:spcBef>
                <a:spcPts val="875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cs typeface="Noto Sans CJK SC" charset="0"/>
              </a:defRPr>
            </a:lvl3pPr>
            <a:lvl4pPr>
              <a:lnSpc>
                <a:spcPct val="88000"/>
              </a:lnSpc>
              <a:spcBef>
                <a:spcPts val="588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cs typeface="Noto Sans CJK SC" charset="0"/>
              </a:defRPr>
            </a:lvl4pPr>
            <a:lvl5pPr>
              <a:lnSpc>
                <a:spcPct val="88000"/>
              </a:lnSpc>
              <a:spcBef>
                <a:spcPts val="300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Noto Sans CJK SC" charset="0"/>
              </a:defRPr>
            </a:lvl5pPr>
            <a:lvl6pPr marL="2514600" indent="-228600" defTabSz="457200" eaLnBrk="0" fontAlgn="base" hangingPunct="0">
              <a:lnSpc>
                <a:spcPct val="88000"/>
              </a:lnSpc>
              <a:spcBef>
                <a:spcPts val="300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Noto Sans CJK SC" charset="0"/>
              </a:defRPr>
            </a:lvl6pPr>
            <a:lvl7pPr marL="2971800" indent="-228600" defTabSz="457200" eaLnBrk="0" fontAlgn="base" hangingPunct="0">
              <a:lnSpc>
                <a:spcPct val="88000"/>
              </a:lnSpc>
              <a:spcBef>
                <a:spcPts val="300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Noto Sans CJK SC" charset="0"/>
              </a:defRPr>
            </a:lvl7pPr>
            <a:lvl8pPr marL="3429000" indent="-228600" defTabSz="457200" eaLnBrk="0" fontAlgn="base" hangingPunct="0">
              <a:lnSpc>
                <a:spcPct val="88000"/>
              </a:lnSpc>
              <a:spcBef>
                <a:spcPts val="300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Noto Sans CJK SC" charset="0"/>
              </a:defRPr>
            </a:lvl8pPr>
            <a:lvl9pPr marL="3886200" indent="-228600" defTabSz="457200" eaLnBrk="0" fontAlgn="base" hangingPunct="0">
              <a:lnSpc>
                <a:spcPct val="88000"/>
              </a:lnSpc>
              <a:spcBef>
                <a:spcPts val="300"/>
              </a:spcBef>
              <a:spcAft>
                <a:spcPts val="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Noto Sans CJK SC" charset="0"/>
              </a:defRPr>
            </a:lvl9pPr>
          </a:lstStyle>
          <a:p>
            <a:pPr>
              <a:lnSpc>
                <a:spcPts val="3500"/>
              </a:lnSpc>
              <a:spcBef>
                <a:spcPts val="25"/>
              </a:spcBef>
              <a:buClrTx/>
            </a:pPr>
            <a:r>
              <a:rPr lang="en-US" altLang="en-US" sz="3200" dirty="0">
                <a:solidFill>
                  <a:srgbClr val="002060"/>
                </a:solidFill>
                <a:latin typeface="Tahoma" panose="020B0604030504040204" pitchFamily="34" charset="0"/>
              </a:rPr>
              <a:t>Path Forward</a:t>
            </a:r>
          </a:p>
        </p:txBody>
      </p:sp>
      <p:sp>
        <p:nvSpPr>
          <p:cNvPr id="40989" name="Line 7">
            <a:extLst>
              <a:ext uri="{FF2B5EF4-FFF2-40B4-BE49-F238E27FC236}">
                <a16:creationId xmlns:a16="http://schemas.microsoft.com/office/drawing/2014/main" id="{4D1300A8-D95E-DB58-9F53-68147EB57773}"/>
              </a:ext>
            </a:extLst>
          </p:cNvPr>
          <p:cNvSpPr>
            <a:spLocks noChangeShapeType="1"/>
          </p:cNvSpPr>
          <p:nvPr/>
        </p:nvSpPr>
        <p:spPr bwMode="auto">
          <a:xfrm>
            <a:off x="10552326" y="1171871"/>
            <a:ext cx="1585706" cy="0"/>
          </a:xfrm>
          <a:prstGeom prst="line">
            <a:avLst/>
          </a:prstGeom>
          <a:noFill/>
          <a:ln w="123840">
            <a:solidFill>
              <a:srgbClr val="6767B9"/>
            </a:solidFill>
            <a:prstDash val="sys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19DF7C3-2ED8-082B-1CE0-AF7BB3CD3DB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9661" b="27337"/>
          <a:stretch>
            <a:fillRect/>
          </a:stretch>
        </p:blipFill>
        <p:spPr>
          <a:xfrm>
            <a:off x="9283073" y="58663"/>
            <a:ext cx="2850198" cy="99695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5B9DAE6-CD71-30B9-75DA-31AFE15510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1515" y="1767094"/>
            <a:ext cx="4500182" cy="4122078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1D098E3-6746-B6A0-11F5-464CA589FC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9229" y="1405575"/>
            <a:ext cx="7132286" cy="4771388"/>
          </a:xfrm>
        </p:spPr>
        <p:txBody>
          <a:bodyPr>
            <a:normAutofit/>
          </a:bodyPr>
          <a:lstStyle/>
          <a:p>
            <a:r>
              <a:rPr lang="en-US" sz="2400" dirty="0"/>
              <a:t>Route wires/cables as needed leveraging built-in </a:t>
            </a:r>
            <a:r>
              <a:rPr lang="en-US" sz="2400" dirty="0" err="1"/>
              <a:t>AutoDesk</a:t>
            </a:r>
            <a:r>
              <a:rPr lang="en-US" sz="2400" dirty="0"/>
              <a:t> Inventor toolbox</a:t>
            </a:r>
          </a:p>
          <a:p>
            <a:endParaRPr lang="en-US" sz="2400" dirty="0"/>
          </a:p>
          <a:p>
            <a:r>
              <a:rPr lang="en-US" sz="2400" dirty="0"/>
              <a:t>Support Engineering Model (EM) buildup and subsequent tests</a:t>
            </a:r>
          </a:p>
          <a:p>
            <a:endParaRPr lang="en-US" sz="2400" dirty="0"/>
          </a:p>
          <a:p>
            <a:r>
              <a:rPr lang="en-US" sz="2400" dirty="0"/>
              <a:t>Finalize and release drawings and documents to support Flight Model build, test, and launch</a:t>
            </a:r>
          </a:p>
          <a:p>
            <a:endParaRPr lang="en-US" sz="2400" dirty="0"/>
          </a:p>
          <a:p>
            <a:r>
              <a:rPr lang="en-US" sz="2400" dirty="0"/>
              <a:t>Update design and layout as needed for FoxPlus-B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616061423"/>
      </p:ext>
    </p:extLst>
  </p:cSld>
  <p:clrMapOvr>
    <a:masterClrMapping/>
  </p:clrMapOvr>
  <p:transition spd="slow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75A2F63-1D56-912B-3B71-63C02A3B0BAD}"/>
              </a:ext>
            </a:extLst>
          </p:cNvPr>
          <p:cNvSpPr txBox="1"/>
          <p:nvPr/>
        </p:nvSpPr>
        <p:spPr>
          <a:xfrm>
            <a:off x="3646714" y="1251857"/>
            <a:ext cx="512717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End</a:t>
            </a:r>
          </a:p>
        </p:txBody>
      </p:sp>
      <p:pic>
        <p:nvPicPr>
          <p:cNvPr id="5" name="Picture 4" descr="A black square object on a white stand&#10;&#10;AI-generated content may be incorrect.">
            <a:extLst>
              <a:ext uri="{FF2B5EF4-FFF2-40B4-BE49-F238E27FC236}">
                <a16:creationId xmlns:a16="http://schemas.microsoft.com/office/drawing/2014/main" id="{1581E760-1D7B-6FFF-BE2E-59ABECCDEE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81" t="20317" r="23545" b="16349"/>
          <a:stretch>
            <a:fillRect/>
          </a:stretch>
        </p:blipFill>
        <p:spPr>
          <a:xfrm>
            <a:off x="8109859" y="2736574"/>
            <a:ext cx="3055022" cy="3970535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" name="Picture 3" descr="A small electronic device on a stand&#10;&#10;AI-generated content may be incorrect.">
            <a:extLst>
              <a:ext uri="{FF2B5EF4-FFF2-40B4-BE49-F238E27FC236}">
                <a16:creationId xmlns:a16="http://schemas.microsoft.com/office/drawing/2014/main" id="{D847192E-DC8E-37EB-C2C6-F0A41F40D2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11" t="9688" r="15819" b="27778"/>
          <a:stretch>
            <a:fillRect/>
          </a:stretch>
        </p:blipFill>
        <p:spPr>
          <a:xfrm>
            <a:off x="4136572" y="2734445"/>
            <a:ext cx="3276599" cy="3972664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270064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Tahoma"/>
        <a:ea typeface=""/>
        <a:cs typeface="Noto Sans CJK SC"/>
      </a:majorFont>
      <a:minorFont>
        <a:latin typeface="Tahoma"/>
        <a:ea typeface=""/>
        <a:cs typeface="Noto Sans CJK SC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457200" rtl="0" eaLnBrk="1" fontAlgn="base" latinLnBrk="0" hangingPunct="0">
          <a:lnSpc>
            <a:spcPct val="93000"/>
          </a:lnSpc>
          <a:spcBef>
            <a:spcPts val="25"/>
          </a:spcBef>
          <a:spcAft>
            <a:spcPts val="25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tabLst/>
          <a:defRPr kumimoji="0" lang="en-GB" altLang="en-US" sz="2800" b="1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cs typeface="Noto Sans CJK SC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457200" rtl="0" eaLnBrk="1" fontAlgn="base" latinLnBrk="0" hangingPunct="0">
          <a:lnSpc>
            <a:spcPct val="93000"/>
          </a:lnSpc>
          <a:spcBef>
            <a:spcPts val="25"/>
          </a:spcBef>
          <a:spcAft>
            <a:spcPts val="25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tabLst/>
          <a:defRPr kumimoji="0" lang="en-GB" altLang="en-US" sz="2800" b="1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cs typeface="Noto Sans CJK SC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5135</TotalTime>
  <Words>487</Words>
  <Application>Microsoft Office PowerPoint</Application>
  <PresentationFormat>Widescreen</PresentationFormat>
  <Paragraphs>121</Paragraphs>
  <Slides>14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Aptos</vt:lpstr>
      <vt:lpstr>Aptos Display</vt:lpstr>
      <vt:lpstr>Arial</vt:lpstr>
      <vt:lpstr>Georgia Pro</vt:lpstr>
      <vt:lpstr>Tahoma</vt:lpstr>
      <vt:lpstr>Times New Roman</vt:lpstr>
      <vt:lpstr>Office Theme</vt:lpstr>
      <vt:lpstr>1_Office Theme</vt:lpstr>
      <vt:lpstr>FoxPlus Mechanical Layout and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Robinson</dc:creator>
  <cp:lastModifiedBy>Andrew Robinson</cp:lastModifiedBy>
  <cp:revision>11</cp:revision>
  <dcterms:created xsi:type="dcterms:W3CDTF">2024-12-18T22:27:28Z</dcterms:created>
  <dcterms:modified xsi:type="dcterms:W3CDTF">2025-10-17T03:14:18Z</dcterms:modified>
</cp:coreProperties>
</file>