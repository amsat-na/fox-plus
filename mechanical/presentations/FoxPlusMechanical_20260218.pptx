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7" r:id="rId3"/>
    <p:sldId id="269" r:id="rId4"/>
    <p:sldId id="268" r:id="rId5"/>
    <p:sldId id="266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EBD70-28AC-40AF-B8BB-9F02A1E194AE}" v="36" dt="2026-02-19T02:00:09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Robinson" userId="8ee4f8e14daede1d" providerId="LiveId" clId="{BC6B99FC-134E-4D1F-A750-AFAFA82911D9}"/>
    <pc:docChg chg="undo custSel addSld modSld sldOrd">
      <pc:chgData name="Andrew Robinson" userId="8ee4f8e14daede1d" providerId="LiveId" clId="{BC6B99FC-134E-4D1F-A750-AFAFA82911D9}" dt="2026-02-19T02:00:37.409" v="443" actId="14100"/>
      <pc:docMkLst>
        <pc:docMk/>
      </pc:docMkLst>
      <pc:sldChg chg="modSp mod">
        <pc:chgData name="Andrew Robinson" userId="8ee4f8e14daede1d" providerId="LiveId" clId="{BC6B99FC-134E-4D1F-A750-AFAFA82911D9}" dt="2026-02-19T00:28:57.130" v="31" actId="20577"/>
        <pc:sldMkLst>
          <pc:docMk/>
          <pc:sldMk cId="3653454194" sldId="265"/>
        </pc:sldMkLst>
        <pc:spChg chg="mod">
          <ac:chgData name="Andrew Robinson" userId="8ee4f8e14daede1d" providerId="LiveId" clId="{BC6B99FC-134E-4D1F-A750-AFAFA82911D9}" dt="2026-02-19T00:28:49.522" v="10" actId="20577"/>
          <ac:spMkLst>
            <pc:docMk/>
            <pc:sldMk cId="3653454194" sldId="265"/>
            <ac:spMk id="3" creationId="{F06B02A7-21A2-24EE-94C1-38CBBBD74213}"/>
          </ac:spMkLst>
        </pc:spChg>
        <pc:spChg chg="mod">
          <ac:chgData name="Andrew Robinson" userId="8ee4f8e14daede1d" providerId="LiveId" clId="{BC6B99FC-134E-4D1F-A750-AFAFA82911D9}" dt="2026-02-19T00:28:57.130" v="31" actId="20577"/>
          <ac:spMkLst>
            <pc:docMk/>
            <pc:sldMk cId="3653454194" sldId="265"/>
            <ac:spMk id="4" creationId="{AFF438F2-DD2C-F5B9-0447-D3E697A71253}"/>
          </ac:spMkLst>
        </pc:spChg>
      </pc:sldChg>
      <pc:sldChg chg="addSp delSp modSp mod ord">
        <pc:chgData name="Andrew Robinson" userId="8ee4f8e14daede1d" providerId="LiveId" clId="{BC6B99FC-134E-4D1F-A750-AFAFA82911D9}" dt="2026-02-19T01:52:48.260" v="363" actId="14861"/>
        <pc:sldMkLst>
          <pc:docMk/>
          <pc:sldMk cId="2453679131" sldId="266"/>
        </pc:sldMkLst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5" creationId="{639A2817-6B15-3E89-EADA-419196B7C08E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7" creationId="{3A86394E-67F5-06CC-4E68-7E7F322BFE14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8" creationId="{E96EC1E2-B475-7076-3401-7667C2D8A844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9" creationId="{22C0B79F-E4AF-5DE2-CB06-A77E28065983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0" creationId="{923B8863-7F75-3047-2140-B2554F4E4D01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1" creationId="{E9D7475C-C1DE-A020-DDC9-60A2AF92CC82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2" creationId="{FC008440-1E2E-A043-0D40-A13D196E88E3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3" creationId="{59CBF3FE-F846-44BA-46F4-15F786AEE9A8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4" creationId="{C104F002-B8A3-5571-F47D-4228C214D679}"/>
          </ac:spMkLst>
        </pc:spChg>
        <pc:spChg chg="add mod">
          <ac:chgData name="Andrew Robinson" userId="8ee4f8e14daede1d" providerId="LiveId" clId="{BC6B99FC-134E-4D1F-A750-AFAFA82911D9}" dt="2026-02-19T01:52:48.260" v="363" actId="14861"/>
          <ac:spMkLst>
            <pc:docMk/>
            <pc:sldMk cId="2453679131" sldId="266"/>
            <ac:spMk id="15" creationId="{C7684465-DFC1-27A2-D488-C9027A998003}"/>
          </ac:spMkLst>
        </pc:spChg>
        <pc:spChg chg="add mod">
          <ac:chgData name="Andrew Robinson" userId="8ee4f8e14daede1d" providerId="LiveId" clId="{BC6B99FC-134E-4D1F-A750-AFAFA82911D9}" dt="2026-02-19T01:36:42.689" v="83" actId="113"/>
          <ac:spMkLst>
            <pc:docMk/>
            <pc:sldMk cId="2453679131" sldId="266"/>
            <ac:spMk id="16" creationId="{66A5211D-01D9-0958-0E48-E5995FD6511F}"/>
          </ac:spMkLst>
        </pc:spChg>
        <pc:spChg chg="del">
          <ac:chgData name="Andrew Robinson" userId="8ee4f8e14daede1d" providerId="LiveId" clId="{BC6B99FC-134E-4D1F-A750-AFAFA82911D9}" dt="2026-02-19T01:33:38.971" v="32" actId="478"/>
          <ac:spMkLst>
            <pc:docMk/>
            <pc:sldMk cId="2453679131" sldId="266"/>
            <ac:spMk id="18" creationId="{6BD94A33-34FA-0924-0D46-E69776F0C38A}"/>
          </ac:spMkLst>
        </pc:spChg>
        <pc:picChg chg="add mod">
          <ac:chgData name="Andrew Robinson" userId="8ee4f8e14daede1d" providerId="LiveId" clId="{BC6B99FC-134E-4D1F-A750-AFAFA82911D9}" dt="2026-02-19T01:33:44.229" v="33"/>
          <ac:picMkLst>
            <pc:docMk/>
            <pc:sldMk cId="2453679131" sldId="266"/>
            <ac:picMk id="2" creationId="{46F61847-B184-8733-A2B1-E1BE2805E5F5}"/>
          </ac:picMkLst>
        </pc:picChg>
        <pc:picChg chg="add mod">
          <ac:chgData name="Andrew Robinson" userId="8ee4f8e14daede1d" providerId="LiveId" clId="{BC6B99FC-134E-4D1F-A750-AFAFA82911D9}" dt="2026-02-19T01:34:19.929" v="37" actId="1076"/>
          <ac:picMkLst>
            <pc:docMk/>
            <pc:sldMk cId="2453679131" sldId="266"/>
            <ac:picMk id="6" creationId="{44BD1DF7-EE7E-7CE9-A668-559881545F14}"/>
          </ac:picMkLst>
        </pc:picChg>
      </pc:sldChg>
      <pc:sldChg chg="addSp delSp modSp new mod">
        <pc:chgData name="Andrew Robinson" userId="8ee4f8e14daede1d" providerId="LiveId" clId="{BC6B99FC-134E-4D1F-A750-AFAFA82911D9}" dt="2026-02-19T01:43:36.301" v="200" actId="115"/>
        <pc:sldMkLst>
          <pc:docMk/>
          <pc:sldMk cId="571849409" sldId="267"/>
        </pc:sldMkLst>
        <pc:spChg chg="del">
          <ac:chgData name="Andrew Robinson" userId="8ee4f8e14daede1d" providerId="LiveId" clId="{BC6B99FC-134E-4D1F-A750-AFAFA82911D9}" dt="2026-02-19T01:36:56.667" v="85" actId="478"/>
          <ac:spMkLst>
            <pc:docMk/>
            <pc:sldMk cId="571849409" sldId="267"/>
            <ac:spMk id="2" creationId="{F425D411-BDBB-94A8-F414-FF5DF823C75C}"/>
          </ac:spMkLst>
        </pc:spChg>
        <pc:spChg chg="del">
          <ac:chgData name="Andrew Robinson" userId="8ee4f8e14daede1d" providerId="LiveId" clId="{BC6B99FC-134E-4D1F-A750-AFAFA82911D9}" dt="2026-02-19T01:36:57.804" v="86" actId="478"/>
          <ac:spMkLst>
            <pc:docMk/>
            <pc:sldMk cId="571849409" sldId="267"/>
            <ac:spMk id="3" creationId="{B078E78C-0F5C-FA35-7013-37F54996D149}"/>
          </ac:spMkLst>
        </pc:spChg>
        <pc:spChg chg="add mod">
          <ac:chgData name="Andrew Robinson" userId="8ee4f8e14daede1d" providerId="LiveId" clId="{BC6B99FC-134E-4D1F-A750-AFAFA82911D9}" dt="2026-02-19T01:37:20.493" v="121" actId="20577"/>
          <ac:spMkLst>
            <pc:docMk/>
            <pc:sldMk cId="571849409" sldId="267"/>
            <ac:spMk id="5" creationId="{318BB4D3-836C-DBE1-038B-040A9DC94774}"/>
          </ac:spMkLst>
        </pc:spChg>
        <pc:spChg chg="add mod">
          <ac:chgData name="Andrew Robinson" userId="8ee4f8e14daede1d" providerId="LiveId" clId="{BC6B99FC-134E-4D1F-A750-AFAFA82911D9}" dt="2026-02-19T01:39:52.411" v="139" actId="14100"/>
          <ac:spMkLst>
            <pc:docMk/>
            <pc:sldMk cId="571849409" sldId="267"/>
            <ac:spMk id="10" creationId="{5FE3A523-6E34-2870-FC84-3A36EE234C84}"/>
          </ac:spMkLst>
        </pc:spChg>
        <pc:spChg chg="add mod">
          <ac:chgData name="Andrew Robinson" userId="8ee4f8e14daede1d" providerId="LiveId" clId="{BC6B99FC-134E-4D1F-A750-AFAFA82911D9}" dt="2026-02-19T01:43:16.349" v="195" actId="108"/>
          <ac:spMkLst>
            <pc:docMk/>
            <pc:sldMk cId="571849409" sldId="267"/>
            <ac:spMk id="23" creationId="{C0E81DAE-FFFB-34DC-ADE3-1B733BC67364}"/>
          </ac:spMkLst>
        </pc:spChg>
        <pc:spChg chg="add mod">
          <ac:chgData name="Andrew Robinson" userId="8ee4f8e14daede1d" providerId="LiveId" clId="{BC6B99FC-134E-4D1F-A750-AFAFA82911D9}" dt="2026-02-19T01:43:36.301" v="200" actId="115"/>
          <ac:spMkLst>
            <pc:docMk/>
            <pc:sldMk cId="571849409" sldId="267"/>
            <ac:spMk id="24" creationId="{29C496D8-C121-F085-BD5C-EF4C8D541375}"/>
          </ac:spMkLst>
        </pc:spChg>
        <pc:picChg chg="add mod">
          <ac:chgData name="Andrew Robinson" userId="8ee4f8e14daede1d" providerId="LiveId" clId="{BC6B99FC-134E-4D1F-A750-AFAFA82911D9}" dt="2026-02-19T01:37:03.548" v="87"/>
          <ac:picMkLst>
            <pc:docMk/>
            <pc:sldMk cId="571849409" sldId="267"/>
            <ac:picMk id="4" creationId="{942F2486-C829-7245-0BDC-A3930B92E662}"/>
          </ac:picMkLst>
        </pc:picChg>
        <pc:picChg chg="add mod">
          <ac:chgData name="Andrew Robinson" userId="8ee4f8e14daede1d" providerId="LiveId" clId="{BC6B99FC-134E-4D1F-A750-AFAFA82911D9}" dt="2026-02-19T01:39:05.008" v="131" actId="2085"/>
          <ac:picMkLst>
            <pc:docMk/>
            <pc:sldMk cId="571849409" sldId="267"/>
            <ac:picMk id="7" creationId="{4DCA0263-4F03-12BF-B12D-6A3092C64F0B}"/>
          </ac:picMkLst>
        </pc:picChg>
        <pc:picChg chg="add mod ord">
          <ac:chgData name="Andrew Robinson" userId="8ee4f8e14daede1d" providerId="LiveId" clId="{BC6B99FC-134E-4D1F-A750-AFAFA82911D9}" dt="2026-02-19T01:40:50.979" v="150" actId="166"/>
          <ac:picMkLst>
            <pc:docMk/>
            <pc:sldMk cId="571849409" sldId="267"/>
            <ac:picMk id="9" creationId="{708CA741-67F2-219E-50D0-DA164B1A8643}"/>
          </ac:picMkLst>
        </pc:picChg>
        <pc:cxnChg chg="add mod">
          <ac:chgData name="Andrew Robinson" userId="8ee4f8e14daede1d" providerId="LiveId" clId="{BC6B99FC-134E-4D1F-A750-AFAFA82911D9}" dt="2026-02-19T01:41:01.688" v="152" actId="108"/>
          <ac:cxnSpMkLst>
            <pc:docMk/>
            <pc:sldMk cId="571849409" sldId="267"/>
            <ac:cxnSpMk id="12" creationId="{06442103-93AC-F89D-56EA-56BC8AA8FC67}"/>
          </ac:cxnSpMkLst>
        </pc:cxnChg>
        <pc:cxnChg chg="add mod">
          <ac:chgData name="Andrew Robinson" userId="8ee4f8e14daede1d" providerId="LiveId" clId="{BC6B99FC-134E-4D1F-A750-AFAFA82911D9}" dt="2026-02-19T01:41:00.632" v="151" actId="108"/>
          <ac:cxnSpMkLst>
            <pc:docMk/>
            <pc:sldMk cId="571849409" sldId="267"/>
            <ac:cxnSpMk id="14" creationId="{35ACB444-4121-E8A3-3663-A399227FC023}"/>
          </ac:cxnSpMkLst>
        </pc:cxnChg>
        <pc:cxnChg chg="add mod">
          <ac:chgData name="Andrew Robinson" userId="8ee4f8e14daede1d" providerId="LiveId" clId="{BC6B99FC-134E-4D1F-A750-AFAFA82911D9}" dt="2026-02-19T01:41:02.709" v="153" actId="108"/>
          <ac:cxnSpMkLst>
            <pc:docMk/>
            <pc:sldMk cId="571849409" sldId="267"/>
            <ac:cxnSpMk id="16" creationId="{F2135DBD-FCB3-FEEA-F2B7-516DF12111D2}"/>
          </ac:cxnSpMkLst>
        </pc:cxnChg>
        <pc:cxnChg chg="add mod">
          <ac:chgData name="Andrew Robinson" userId="8ee4f8e14daede1d" providerId="LiveId" clId="{BC6B99FC-134E-4D1F-A750-AFAFA82911D9}" dt="2026-02-19T01:41:03.460" v="154" actId="108"/>
          <ac:cxnSpMkLst>
            <pc:docMk/>
            <pc:sldMk cId="571849409" sldId="267"/>
            <ac:cxnSpMk id="18" creationId="{5B9B28FB-E9FD-BB7C-CEF9-2AD43A1A3ED2}"/>
          </ac:cxnSpMkLst>
        </pc:cxnChg>
        <pc:cxnChg chg="add mod">
          <ac:chgData name="Andrew Robinson" userId="8ee4f8e14daede1d" providerId="LiveId" clId="{BC6B99FC-134E-4D1F-A750-AFAFA82911D9}" dt="2026-02-19T01:43:07.813" v="194" actId="14861"/>
          <ac:cxnSpMkLst>
            <pc:docMk/>
            <pc:sldMk cId="571849409" sldId="267"/>
            <ac:cxnSpMk id="26" creationId="{C5EAC023-1040-3887-317D-3C686FEE7725}"/>
          </ac:cxnSpMkLst>
        </pc:cxnChg>
        <pc:cxnChg chg="add mod">
          <ac:chgData name="Andrew Robinson" userId="8ee4f8e14daede1d" providerId="LiveId" clId="{BC6B99FC-134E-4D1F-A750-AFAFA82911D9}" dt="2026-02-19T01:43:29.498" v="198" actId="108"/>
          <ac:cxnSpMkLst>
            <pc:docMk/>
            <pc:sldMk cId="571849409" sldId="267"/>
            <ac:cxnSpMk id="29" creationId="{81F0F894-3462-D3D7-A90B-B7880BD006CB}"/>
          </ac:cxnSpMkLst>
        </pc:cxnChg>
      </pc:sldChg>
      <pc:sldChg chg="addSp delSp modSp new mod ord">
        <pc:chgData name="Andrew Robinson" userId="8ee4f8e14daede1d" providerId="LiveId" clId="{BC6B99FC-134E-4D1F-A750-AFAFA82911D9}" dt="2026-02-19T01:55:45.398" v="428" actId="20577"/>
        <pc:sldMkLst>
          <pc:docMk/>
          <pc:sldMk cId="3048393014" sldId="268"/>
        </pc:sldMkLst>
        <pc:spChg chg="del">
          <ac:chgData name="Andrew Robinson" userId="8ee4f8e14daede1d" providerId="LiveId" clId="{BC6B99FC-134E-4D1F-A750-AFAFA82911D9}" dt="2026-02-19T01:43:44.870" v="202" actId="478"/>
          <ac:spMkLst>
            <pc:docMk/>
            <pc:sldMk cId="3048393014" sldId="268"/>
            <ac:spMk id="2" creationId="{67F0D739-A396-7865-45DB-24056C5EDBE6}"/>
          </ac:spMkLst>
        </pc:spChg>
        <pc:spChg chg="del">
          <ac:chgData name="Andrew Robinson" userId="8ee4f8e14daede1d" providerId="LiveId" clId="{BC6B99FC-134E-4D1F-A750-AFAFA82911D9}" dt="2026-02-19T01:43:46.087" v="203" actId="478"/>
          <ac:spMkLst>
            <pc:docMk/>
            <pc:sldMk cId="3048393014" sldId="268"/>
            <ac:spMk id="3" creationId="{DD74EABB-31C0-5E80-41D5-618CABEE52A6}"/>
          </ac:spMkLst>
        </pc:spChg>
        <pc:spChg chg="add mod">
          <ac:chgData name="Andrew Robinson" userId="8ee4f8e14daede1d" providerId="LiveId" clId="{BC6B99FC-134E-4D1F-A750-AFAFA82911D9}" dt="2026-02-19T01:55:45.398" v="428" actId="20577"/>
          <ac:spMkLst>
            <pc:docMk/>
            <pc:sldMk cId="3048393014" sldId="268"/>
            <ac:spMk id="7" creationId="{1741951E-F3F7-C53D-7180-60623437FADD}"/>
          </ac:spMkLst>
        </pc:spChg>
        <pc:spChg chg="add mod">
          <ac:chgData name="Andrew Robinson" userId="8ee4f8e14daede1d" providerId="LiveId" clId="{BC6B99FC-134E-4D1F-A750-AFAFA82911D9}" dt="2026-02-19T01:55:14.568" v="402" actId="1076"/>
          <ac:spMkLst>
            <pc:docMk/>
            <pc:sldMk cId="3048393014" sldId="268"/>
            <ac:spMk id="8" creationId="{0A4872AF-08A6-30F2-9F56-FC3AB735ECEC}"/>
          </ac:spMkLst>
        </pc:spChg>
        <pc:picChg chg="add mod">
          <ac:chgData name="Andrew Robinson" userId="8ee4f8e14daede1d" providerId="LiveId" clId="{BC6B99FC-134E-4D1F-A750-AFAFA82911D9}" dt="2026-02-19T01:55:05.863" v="400" actId="1076"/>
          <ac:picMkLst>
            <pc:docMk/>
            <pc:sldMk cId="3048393014" sldId="268"/>
            <ac:picMk id="5" creationId="{DE90397F-D7BD-AB2F-1365-039B44C7D2AE}"/>
          </ac:picMkLst>
        </pc:picChg>
        <pc:picChg chg="add mod">
          <ac:chgData name="Andrew Robinson" userId="8ee4f8e14daede1d" providerId="LiveId" clId="{BC6B99FC-134E-4D1F-A750-AFAFA82911D9}" dt="2026-02-19T01:46:45.351" v="237"/>
          <ac:picMkLst>
            <pc:docMk/>
            <pc:sldMk cId="3048393014" sldId="268"/>
            <ac:picMk id="6" creationId="{B2FB066E-A196-17CD-BC07-9195405CC91A}"/>
          </ac:picMkLst>
        </pc:picChg>
        <pc:cxnChg chg="add mod">
          <ac:chgData name="Andrew Robinson" userId="8ee4f8e14daede1d" providerId="LiveId" clId="{BC6B99FC-134E-4D1F-A750-AFAFA82911D9}" dt="2026-02-19T01:55:14.568" v="402" actId="1076"/>
          <ac:cxnSpMkLst>
            <pc:docMk/>
            <pc:sldMk cId="3048393014" sldId="268"/>
            <ac:cxnSpMk id="10" creationId="{12691103-DA72-591A-F7EA-C0AC0B3D924B}"/>
          </ac:cxnSpMkLst>
        </pc:cxnChg>
      </pc:sldChg>
      <pc:sldChg chg="addSp delSp modSp new mod">
        <pc:chgData name="Andrew Robinson" userId="8ee4f8e14daede1d" providerId="LiveId" clId="{BC6B99FC-134E-4D1F-A750-AFAFA82911D9}" dt="2026-02-19T02:00:37.409" v="443" actId="14100"/>
        <pc:sldMkLst>
          <pc:docMk/>
          <pc:sldMk cId="555561242" sldId="269"/>
        </pc:sldMkLst>
        <pc:spChg chg="del">
          <ac:chgData name="Andrew Robinson" userId="8ee4f8e14daede1d" providerId="LiveId" clId="{BC6B99FC-134E-4D1F-A750-AFAFA82911D9}" dt="2026-02-19T01:44:02.402" v="207" actId="478"/>
          <ac:spMkLst>
            <pc:docMk/>
            <pc:sldMk cId="555561242" sldId="269"/>
            <ac:spMk id="2" creationId="{AAC19F41-6658-FBD7-5654-AC7C230432AF}"/>
          </ac:spMkLst>
        </pc:spChg>
        <pc:spChg chg="del">
          <ac:chgData name="Andrew Robinson" userId="8ee4f8e14daede1d" providerId="LiveId" clId="{BC6B99FC-134E-4D1F-A750-AFAFA82911D9}" dt="2026-02-19T01:44:03.767" v="208" actId="478"/>
          <ac:spMkLst>
            <pc:docMk/>
            <pc:sldMk cId="555561242" sldId="269"/>
            <ac:spMk id="3" creationId="{7B3AB50B-07B3-59EA-62AB-6ECB793C0043}"/>
          </ac:spMkLst>
        </pc:spChg>
        <pc:spChg chg="add mod">
          <ac:chgData name="Andrew Robinson" userId="8ee4f8e14daede1d" providerId="LiveId" clId="{BC6B99FC-134E-4D1F-A750-AFAFA82911D9}" dt="2026-02-19T01:46:42.412" v="235"/>
          <ac:spMkLst>
            <pc:docMk/>
            <pc:sldMk cId="555561242" sldId="269"/>
            <ac:spMk id="7" creationId="{118E6259-FC3E-A373-C5EB-16A17DCF9EC9}"/>
          </ac:spMkLst>
        </pc:spChg>
        <pc:spChg chg="add mod">
          <ac:chgData name="Andrew Robinson" userId="8ee4f8e14daede1d" providerId="LiveId" clId="{BC6B99FC-134E-4D1F-A750-AFAFA82911D9}" dt="2026-02-19T01:54:10.063" v="382" actId="20577"/>
          <ac:spMkLst>
            <pc:docMk/>
            <pc:sldMk cId="555561242" sldId="269"/>
            <ac:spMk id="8" creationId="{DE60D08E-783C-268F-22E9-EBEE482EE063}"/>
          </ac:spMkLst>
        </pc:spChg>
        <pc:picChg chg="add mod">
          <ac:chgData name="Andrew Robinson" userId="8ee4f8e14daede1d" providerId="LiveId" clId="{BC6B99FC-134E-4D1F-A750-AFAFA82911D9}" dt="2026-02-19T01:53:53.362" v="367" actId="1076"/>
          <ac:picMkLst>
            <pc:docMk/>
            <pc:sldMk cId="555561242" sldId="269"/>
            <ac:picMk id="5" creationId="{33A28C85-DFF3-8B6B-8FC9-BA442F40260F}"/>
          </ac:picMkLst>
        </pc:picChg>
        <pc:picChg chg="add mod">
          <ac:chgData name="Andrew Robinson" userId="8ee4f8e14daede1d" providerId="LiveId" clId="{BC6B99FC-134E-4D1F-A750-AFAFA82911D9}" dt="2026-02-19T01:46:42.412" v="235"/>
          <ac:picMkLst>
            <pc:docMk/>
            <pc:sldMk cId="555561242" sldId="269"/>
            <ac:picMk id="6" creationId="{5F605E46-52AA-CE1B-BE64-447EA318C7B9}"/>
          </ac:picMkLst>
        </pc:picChg>
        <pc:cxnChg chg="add mod">
          <ac:chgData name="Andrew Robinson" userId="8ee4f8e14daede1d" providerId="LiveId" clId="{BC6B99FC-134E-4D1F-A750-AFAFA82911D9}" dt="2026-02-19T02:00:37.409" v="443" actId="14100"/>
          <ac:cxnSpMkLst>
            <pc:docMk/>
            <pc:sldMk cId="555561242" sldId="269"/>
            <ac:cxnSpMk id="9" creationId="{202EB6C1-C954-9AD0-7925-0888849E6244}"/>
          </ac:cxnSpMkLst>
        </pc:cxnChg>
      </pc:sldChg>
      <pc:sldChg chg="addSp delSp modSp new mod">
        <pc:chgData name="Andrew Robinson" userId="8ee4f8e14daede1d" providerId="LiveId" clId="{BC6B99FC-134E-4D1F-A750-AFAFA82911D9}" dt="2026-02-19T02:00:15.748" v="442" actId="1076"/>
        <pc:sldMkLst>
          <pc:docMk/>
          <pc:sldMk cId="1232895511" sldId="270"/>
        </pc:sldMkLst>
        <pc:spChg chg="del">
          <ac:chgData name="Andrew Robinson" userId="8ee4f8e14daede1d" providerId="LiveId" clId="{BC6B99FC-134E-4D1F-A750-AFAFA82911D9}" dt="2026-02-19T01:45:43.581" v="215" actId="478"/>
          <ac:spMkLst>
            <pc:docMk/>
            <pc:sldMk cId="1232895511" sldId="270"/>
            <ac:spMk id="2" creationId="{45E8C2A0-60A2-612F-66D0-AEC9B593BC34}"/>
          </ac:spMkLst>
        </pc:spChg>
        <pc:spChg chg="del">
          <ac:chgData name="Andrew Robinson" userId="8ee4f8e14daede1d" providerId="LiveId" clId="{BC6B99FC-134E-4D1F-A750-AFAFA82911D9}" dt="2026-02-19T01:45:43.581" v="215" actId="478"/>
          <ac:spMkLst>
            <pc:docMk/>
            <pc:sldMk cId="1232895511" sldId="270"/>
            <ac:spMk id="3" creationId="{47661849-98ED-DF2B-F2CE-CBDFE808DA95}"/>
          </ac:spMkLst>
        </pc:spChg>
        <pc:spChg chg="add mod">
          <ac:chgData name="Andrew Robinson" userId="8ee4f8e14daede1d" providerId="LiveId" clId="{BC6B99FC-134E-4D1F-A750-AFAFA82911D9}" dt="2026-02-19T02:00:09.322" v="441" actId="1076"/>
          <ac:spMkLst>
            <pc:docMk/>
            <pc:sldMk cId="1232895511" sldId="270"/>
            <ac:spMk id="4" creationId="{D2379640-C3BE-2F6E-FF0B-E9904E8EB2C3}"/>
          </ac:spMkLst>
        </pc:spChg>
        <pc:spChg chg="add mod">
          <ac:chgData name="Andrew Robinson" userId="8ee4f8e14daede1d" providerId="LiveId" clId="{BC6B99FC-134E-4D1F-A750-AFAFA82911D9}" dt="2026-02-19T01:52:38.203" v="362" actId="20577"/>
          <ac:spMkLst>
            <pc:docMk/>
            <pc:sldMk cId="1232895511" sldId="270"/>
            <ac:spMk id="7" creationId="{DFC30232-BFB5-2C21-467A-A6E5856BB15E}"/>
          </ac:spMkLst>
        </pc:spChg>
        <pc:spChg chg="add mod">
          <ac:chgData name="Andrew Robinson" userId="8ee4f8e14daede1d" providerId="LiveId" clId="{BC6B99FC-134E-4D1F-A750-AFAFA82911D9}" dt="2026-02-19T02:00:15.748" v="442" actId="1076"/>
          <ac:spMkLst>
            <pc:docMk/>
            <pc:sldMk cId="1232895511" sldId="270"/>
            <ac:spMk id="12" creationId="{715B8AE6-7BBA-6CF0-0654-3F01CE2D7D66}"/>
          </ac:spMkLst>
        </pc:spChg>
        <pc:spChg chg="add mod">
          <ac:chgData name="Andrew Robinson" userId="8ee4f8e14daede1d" providerId="LiveId" clId="{BC6B99FC-134E-4D1F-A750-AFAFA82911D9}" dt="2026-02-19T01:59:55.504" v="439" actId="1076"/>
          <ac:spMkLst>
            <pc:docMk/>
            <pc:sldMk cId="1232895511" sldId="270"/>
            <ac:spMk id="18" creationId="{42A4EA53-654C-32C1-80AA-50FD4BF73EE5}"/>
          </ac:spMkLst>
        </pc:spChg>
        <pc:spChg chg="add mod">
          <ac:chgData name="Andrew Robinson" userId="8ee4f8e14daede1d" providerId="LiveId" clId="{BC6B99FC-134E-4D1F-A750-AFAFA82911D9}" dt="2026-02-19T01:59:55.504" v="439" actId="1076"/>
          <ac:spMkLst>
            <pc:docMk/>
            <pc:sldMk cId="1232895511" sldId="270"/>
            <ac:spMk id="19" creationId="{F5D1BA58-EB0A-5E94-46DC-C3D187C48573}"/>
          </ac:spMkLst>
        </pc:spChg>
        <pc:spChg chg="add mod">
          <ac:chgData name="Andrew Robinson" userId="8ee4f8e14daede1d" providerId="LiveId" clId="{BC6B99FC-134E-4D1F-A750-AFAFA82911D9}" dt="2026-02-19T01:59:55.504" v="439" actId="1076"/>
          <ac:spMkLst>
            <pc:docMk/>
            <pc:sldMk cId="1232895511" sldId="270"/>
            <ac:spMk id="20" creationId="{89435A69-7711-5052-6215-8B1D5CB57F03}"/>
          </ac:spMkLst>
        </pc:spChg>
        <pc:grpChg chg="add mod">
          <ac:chgData name="Andrew Robinson" userId="8ee4f8e14daede1d" providerId="LiveId" clId="{BC6B99FC-134E-4D1F-A750-AFAFA82911D9}" dt="2026-02-19T02:00:09.322" v="441" actId="1076"/>
          <ac:grpSpMkLst>
            <pc:docMk/>
            <pc:sldMk cId="1232895511" sldId="270"/>
            <ac:grpSpMk id="5" creationId="{A22B5C90-4A2B-CE24-F921-079DD5CF7820}"/>
          </ac:grpSpMkLst>
        </pc:grpChg>
        <pc:picChg chg="add mod">
          <ac:chgData name="Andrew Robinson" userId="8ee4f8e14daede1d" providerId="LiveId" clId="{BC6B99FC-134E-4D1F-A750-AFAFA82911D9}" dt="2026-02-19T01:46:44.152" v="236"/>
          <ac:picMkLst>
            <pc:docMk/>
            <pc:sldMk cId="1232895511" sldId="270"/>
            <ac:picMk id="6" creationId="{7AB10C5D-17C3-3C5A-275C-200FB4AE3BA9}"/>
          </ac:picMkLst>
        </pc:picChg>
        <pc:picChg chg="add mod">
          <ac:chgData name="Andrew Robinson" userId="8ee4f8e14daede1d" providerId="LiveId" clId="{BC6B99FC-134E-4D1F-A750-AFAFA82911D9}" dt="2026-02-19T02:00:15.748" v="442" actId="1076"/>
          <ac:picMkLst>
            <pc:docMk/>
            <pc:sldMk cId="1232895511" sldId="270"/>
            <ac:picMk id="9" creationId="{A4A4150A-A8D1-8274-C901-023DE19FCF81}"/>
          </ac:picMkLst>
        </pc:picChg>
        <pc:picChg chg="add mod">
          <ac:chgData name="Andrew Robinson" userId="8ee4f8e14daede1d" providerId="LiveId" clId="{BC6B99FC-134E-4D1F-A750-AFAFA82911D9}" dt="2026-02-19T01:59:55.504" v="439" actId="1076"/>
          <ac:picMkLst>
            <pc:docMk/>
            <pc:sldMk cId="1232895511" sldId="270"/>
            <ac:picMk id="11" creationId="{61A7C865-0D63-89E7-5DE4-1061DF1B2262}"/>
          </ac:picMkLst>
        </pc:picChg>
        <pc:picChg chg="add mod">
          <ac:chgData name="Andrew Robinson" userId="8ee4f8e14daede1d" providerId="LiveId" clId="{BC6B99FC-134E-4D1F-A750-AFAFA82911D9}" dt="2026-02-19T02:00:09.322" v="441" actId="1076"/>
          <ac:picMkLst>
            <pc:docMk/>
            <pc:sldMk cId="1232895511" sldId="270"/>
            <ac:picMk id="1026" creationId="{AF375993-242D-BB54-1B98-E34FE5E170AD}"/>
          </ac:picMkLst>
        </pc:picChg>
        <pc:cxnChg chg="add mod">
          <ac:chgData name="Andrew Robinson" userId="8ee4f8e14daede1d" providerId="LiveId" clId="{BC6B99FC-134E-4D1F-A750-AFAFA82911D9}" dt="2026-02-19T02:00:15.748" v="442" actId="1076"/>
          <ac:cxnSpMkLst>
            <pc:docMk/>
            <pc:sldMk cId="1232895511" sldId="270"/>
            <ac:cxnSpMk id="13" creationId="{613E90C3-5A03-171E-9C8A-AB78DE67EA74}"/>
          </ac:cxnSpMkLst>
        </pc:cxnChg>
        <pc:cxnChg chg="add mod">
          <ac:chgData name="Andrew Robinson" userId="8ee4f8e14daede1d" providerId="LiveId" clId="{BC6B99FC-134E-4D1F-A750-AFAFA82911D9}" dt="2026-02-19T01:59:55.504" v="439" actId="1076"/>
          <ac:cxnSpMkLst>
            <pc:docMk/>
            <pc:sldMk cId="1232895511" sldId="270"/>
            <ac:cxnSpMk id="22" creationId="{F7755CE7-9F8E-24FA-B45C-24AFDC07996A}"/>
          </ac:cxnSpMkLst>
        </pc:cxnChg>
        <pc:cxnChg chg="add mod">
          <ac:chgData name="Andrew Robinson" userId="8ee4f8e14daede1d" providerId="LiveId" clId="{BC6B99FC-134E-4D1F-A750-AFAFA82911D9}" dt="2026-02-19T01:59:55.504" v="439" actId="1076"/>
          <ac:cxnSpMkLst>
            <pc:docMk/>
            <pc:sldMk cId="1232895511" sldId="270"/>
            <ac:cxnSpMk id="24" creationId="{415D3BAA-5C32-8295-75D1-368E684FCF9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50E1-0B4B-F948-A680-ECA54B2DE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3997F-647F-2C3F-3A85-B997F8D66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D8FB-D213-85F6-02E3-667ADDD7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49EF-EE84-DAB1-3720-741848CF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E16B-CD2D-8A84-ABE9-72AD3B08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1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872E-79DA-5758-1FA0-7C0AACDD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9CBE-08A2-6452-3EFD-C26E0769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5D2D-E7D6-C630-E2D4-7CE962F9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16ABD-5FE7-4C52-BE50-3F94D363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81408-0BAE-12D2-8EF3-D33C3180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140C-C38E-CF09-0A8F-258CA025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96A88-1BBF-FAD2-4816-92C809425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D9A3-177E-F8A0-2F82-6F7D6FDF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E276-9BF8-4BBE-A852-CEDA824E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E41F-4688-8E08-6217-B0ED2D2F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3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E273-F0CE-159B-8E1D-5190D306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C0EA-66B2-71AF-366E-C476D96A7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4E43E-D038-F911-3049-CE16496EF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5C008-4E1F-7D0E-B77D-94F91627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B4193-E3CC-11E4-40BC-ECEC214D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63F52-ACAF-2B48-D9B7-100F2A40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3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47DF-E347-BDDC-468C-1509870A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4034F-B63E-2583-656A-E564DCA4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DC96C-D78B-E43A-7336-9C79D157A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7ED01-7636-6249-FEB8-5DD80CEAE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28F5A-E1BC-349D-FE71-DBE2CBE0A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91631-951F-E554-313B-930F3AFF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A6F02-BCDB-C4E4-FD5C-09A7B943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6BE59-A7F5-23C1-1F48-ED80F481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0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124C-1F5C-FA9D-D51C-C4A0DA06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D8C90-76E5-36D5-C26F-198E520B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C0E02-7593-E549-54DE-F32D506E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7BF09-085A-C0E3-352A-799937D6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1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D810F-D39B-92CD-3A86-6A28A3EE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55065-5741-9674-2F40-CDCBA3D2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197AE-23B7-ECFF-5B9B-94A44E36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4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EF9D-2F9A-04F1-BEA1-F59E8ABE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CF5F-C4E5-F90B-AFFB-7A7C5A3F0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3A06C-C772-3243-4B14-CD63FA96C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3ADB8-590D-5301-87A5-142ED533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1C38-A0E7-2079-1779-1E50C43E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B5EDB-0846-B5A3-D6EC-F0D57172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0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7291-C1C5-9B74-9F04-1A51EC79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CE06B-4540-01F4-1FC8-7943BE362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EF130-C5A2-E770-5414-1168242F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CE6C-8C2F-AD16-4093-C3E53088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43C78-5ECC-720E-BF8A-9524854A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858D6-D529-3766-C388-3629582D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4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5D3A-4CE5-8BAD-E4B8-6FA9DA35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E1B2E-923F-FAA1-903F-1171BC122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345E-5589-06C4-FC51-3EA8A41D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B79F2-E13E-0384-D252-D3E4F77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871F5-1605-14FC-B861-223FBC18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B3C50-2EC8-9F97-C6E3-0B418890E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65576-11C4-3622-CC43-D295C49CE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872E-5215-8CDC-F8E5-74E856F2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911E-9890-1C77-F405-6F5CCC19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0495-D031-ECC4-DD31-404CF5FD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6736F-71C4-6F36-A3E8-D5E1581F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85FE8-551F-8DA8-606C-C62569BD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9861-CD36-D600-750A-5BB29D0BD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1EB82-9B0B-4AB3-960F-5FAD80FCAED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5FEE-C32A-8415-BE71-B40D01638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48776-CAEF-B6AE-39F6-3B8F3E143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D7B3E-A61C-4B64-8AD5-6E755CFC1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2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6C70-4DB2-35ED-0D6E-3D5AA9760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7164"/>
            <a:ext cx="9144000" cy="1157993"/>
          </a:xfrm>
        </p:spPr>
        <p:txBody>
          <a:bodyPr>
            <a:normAutofit/>
          </a:bodyPr>
          <a:lstStyle/>
          <a:p>
            <a:r>
              <a:rPr lang="en-US" sz="6600" dirty="0"/>
              <a:t>Fox Plus Mechanical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B02A7-21A2-24EE-94C1-38CBBBD74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8372"/>
            <a:ext cx="9144000" cy="1655762"/>
          </a:xfrm>
        </p:spPr>
        <p:txBody>
          <a:bodyPr/>
          <a:lstStyle/>
          <a:p>
            <a:r>
              <a:rPr lang="en-US" dirty="0"/>
              <a:t>Andrew Robinson</a:t>
            </a:r>
          </a:p>
          <a:p>
            <a:r>
              <a:rPr lang="en-US" dirty="0"/>
              <a:t>KA3WDW</a:t>
            </a:r>
          </a:p>
          <a:p>
            <a:r>
              <a:rPr lang="en-US" dirty="0"/>
              <a:t>18Feb2026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438F2-DD2C-F5B9-0447-D3E697A71253}"/>
              </a:ext>
            </a:extLst>
          </p:cNvPr>
          <p:cNvSpPr txBox="1"/>
          <p:nvPr/>
        </p:nvSpPr>
        <p:spPr>
          <a:xfrm>
            <a:off x="169333" y="2909711"/>
            <a:ext cx="11853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Topic:</a:t>
            </a:r>
            <a:r>
              <a:rPr lang="en-US" sz="2800" dirty="0"/>
              <a:t> Umbilical Connector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313AE-6019-D71B-27A0-393132ECF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5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F2486-C829-7245-0BDC-A3930B92E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8BB4D3-836C-DBE1-038B-040A9DC94774}"/>
              </a:ext>
            </a:extLst>
          </p:cNvPr>
          <p:cNvSpPr txBox="1"/>
          <p:nvPr/>
        </p:nvSpPr>
        <p:spPr>
          <a:xfrm>
            <a:off x="196645" y="147484"/>
            <a:ext cx="4260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FoxPlus</a:t>
            </a:r>
            <a:r>
              <a:rPr lang="en-US" sz="2400" b="1" dirty="0"/>
              <a:t>-A Umbilical Concept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A0263-4F03-12BF-B12D-6A3092C64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8" y="1120876"/>
            <a:ext cx="4745383" cy="5199363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FE3A523-6E34-2870-FC84-3A36EE234C84}"/>
              </a:ext>
            </a:extLst>
          </p:cNvPr>
          <p:cNvSpPr/>
          <p:nvPr/>
        </p:nvSpPr>
        <p:spPr>
          <a:xfrm>
            <a:off x="1517635" y="4562168"/>
            <a:ext cx="2002313" cy="12415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442103-93AC-F89D-56EA-56BC8AA8FC67}"/>
              </a:ext>
            </a:extLst>
          </p:cNvPr>
          <p:cNvCxnSpPr>
            <a:cxnSpLocks/>
          </p:cNvCxnSpPr>
          <p:nvPr/>
        </p:nvCxnSpPr>
        <p:spPr>
          <a:xfrm flipV="1">
            <a:off x="3519948" y="1976284"/>
            <a:ext cx="6918443" cy="2585884"/>
          </a:xfrm>
          <a:prstGeom prst="lin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CB444-4121-E8A3-3663-A399227FC023}"/>
              </a:ext>
            </a:extLst>
          </p:cNvPr>
          <p:cNvCxnSpPr>
            <a:cxnSpLocks/>
          </p:cNvCxnSpPr>
          <p:nvPr/>
        </p:nvCxnSpPr>
        <p:spPr>
          <a:xfrm flipV="1">
            <a:off x="1517635" y="1976284"/>
            <a:ext cx="4182338" cy="2585884"/>
          </a:xfrm>
          <a:prstGeom prst="lin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135DBD-FCB3-FEEA-F2B7-516DF12111D2}"/>
              </a:ext>
            </a:extLst>
          </p:cNvPr>
          <p:cNvCxnSpPr>
            <a:cxnSpLocks/>
          </p:cNvCxnSpPr>
          <p:nvPr/>
        </p:nvCxnSpPr>
        <p:spPr>
          <a:xfrm flipV="1">
            <a:off x="1517635" y="5076133"/>
            <a:ext cx="4182338" cy="727587"/>
          </a:xfrm>
          <a:prstGeom prst="lin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9B28FB-E9FD-BB7C-CEF9-2AD43A1A3ED2}"/>
              </a:ext>
            </a:extLst>
          </p:cNvPr>
          <p:cNvCxnSpPr>
            <a:cxnSpLocks/>
          </p:cNvCxnSpPr>
          <p:nvPr/>
        </p:nvCxnSpPr>
        <p:spPr>
          <a:xfrm flipV="1">
            <a:off x="3519948" y="5076133"/>
            <a:ext cx="6918443" cy="727587"/>
          </a:xfrm>
          <a:prstGeom prst="lin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08CA741-67F2-219E-50D0-DA164B1A8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973" y="1976284"/>
            <a:ext cx="4738418" cy="3099849"/>
          </a:xfrm>
          <a:prstGeom prst="rect">
            <a:avLst/>
          </a:prstGeom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E81DAE-FFFB-34DC-ADE3-1B733BC67364}"/>
              </a:ext>
            </a:extLst>
          </p:cNvPr>
          <p:cNvSpPr txBox="1"/>
          <p:nvPr/>
        </p:nvSpPr>
        <p:spPr>
          <a:xfrm>
            <a:off x="5531697" y="6171700"/>
            <a:ext cx="2667974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Harwin G125-224</a:t>
            </a:r>
            <a:r>
              <a:rPr lang="en-US" u="sng" dirty="0"/>
              <a:t>26</a:t>
            </a:r>
            <a:r>
              <a:rPr lang="en-US" dirty="0"/>
              <a:t>96F1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496D8-C121-F085-BD5C-EF4C8D541375}"/>
              </a:ext>
            </a:extLst>
          </p:cNvPr>
          <p:cNvSpPr txBox="1"/>
          <p:nvPr/>
        </p:nvSpPr>
        <p:spPr>
          <a:xfrm>
            <a:off x="8637641" y="1141587"/>
            <a:ext cx="2728889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Harwin G125-324</a:t>
            </a:r>
            <a:r>
              <a:rPr lang="en-US" u="sng" dirty="0"/>
              <a:t>26</a:t>
            </a:r>
            <a:r>
              <a:rPr lang="en-US" dirty="0"/>
              <a:t>96M5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EAC023-1040-3887-317D-3C686FEE772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6865684" y="3569110"/>
            <a:ext cx="1108277" cy="260259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F0F894-3462-D3D7-A90B-B7880BD006CB}"/>
              </a:ext>
            </a:extLst>
          </p:cNvPr>
          <p:cNvCxnSpPr>
            <a:stCxn id="24" idx="2"/>
          </p:cNvCxnSpPr>
          <p:nvPr/>
        </p:nvCxnSpPr>
        <p:spPr>
          <a:xfrm flipH="1">
            <a:off x="9222658" y="1510919"/>
            <a:ext cx="779428" cy="1212616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84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28C85-DFF3-8B6B-8FC9-BA442F402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93" y="1216268"/>
            <a:ext cx="7899214" cy="4425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05E46-52AA-CE1B-BE64-447EA318C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8E6259-FC3E-A373-C5EB-16A17DCF9EC9}"/>
              </a:ext>
            </a:extLst>
          </p:cNvPr>
          <p:cNvSpPr txBox="1"/>
          <p:nvPr/>
        </p:nvSpPr>
        <p:spPr>
          <a:xfrm>
            <a:off x="196645" y="147484"/>
            <a:ext cx="4260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FoxPlus</a:t>
            </a:r>
            <a:r>
              <a:rPr lang="en-US" sz="2400" b="1" dirty="0"/>
              <a:t>-A Umbilical Concept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0D08E-783C-268F-22E9-EBEE482EE063}"/>
              </a:ext>
            </a:extLst>
          </p:cNvPr>
          <p:cNvSpPr txBox="1"/>
          <p:nvPr/>
        </p:nvSpPr>
        <p:spPr>
          <a:xfrm>
            <a:off x="196645" y="5977442"/>
            <a:ext cx="2728889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ISISpace </a:t>
            </a:r>
            <a:r>
              <a:rPr lang="en-US" dirty="0" err="1"/>
              <a:t>AntS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2EB6C1-C954-9AD0-7925-0888849E6244}"/>
              </a:ext>
            </a:extLst>
          </p:cNvPr>
          <p:cNvCxnSpPr>
            <a:cxnSpLocks/>
          </p:cNvCxnSpPr>
          <p:nvPr/>
        </p:nvCxnSpPr>
        <p:spPr>
          <a:xfrm flipV="1">
            <a:off x="1554764" y="4767209"/>
            <a:ext cx="1280903" cy="1198566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56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90397F-D7BD-AB2F-1365-039B44C7D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4" y="996954"/>
            <a:ext cx="10520516" cy="5049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FB066E-A196-17CD-BC07-9195405C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41951E-F3F7-C53D-7180-60623437FADD}"/>
              </a:ext>
            </a:extLst>
          </p:cNvPr>
          <p:cNvSpPr txBox="1"/>
          <p:nvPr/>
        </p:nvSpPr>
        <p:spPr>
          <a:xfrm>
            <a:off x="196645" y="147484"/>
            <a:ext cx="5786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Umbilical Connector +Z-Face Protrusion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872AF-08A6-30F2-9F56-FC3AB735ECEC}"/>
              </a:ext>
            </a:extLst>
          </p:cNvPr>
          <p:cNvSpPr txBox="1"/>
          <p:nvPr/>
        </p:nvSpPr>
        <p:spPr>
          <a:xfrm>
            <a:off x="1848465" y="6046802"/>
            <a:ext cx="1321161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dirty="0"/>
              <a:t>6.600 mm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691103-DA72-591A-F7EA-C0AC0B3D924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169626" y="5544870"/>
            <a:ext cx="2021807" cy="686598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9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F61847-B184-8733-A2B1-E1BE2805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BD1DF7-EE7E-7CE9-A668-55988154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97" y="724619"/>
            <a:ext cx="9060105" cy="588152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684465-DFC1-27A2-D488-C9027A998003}"/>
              </a:ext>
            </a:extLst>
          </p:cNvPr>
          <p:cNvSpPr/>
          <p:nvPr/>
        </p:nvSpPr>
        <p:spPr>
          <a:xfrm>
            <a:off x="5270090" y="2832101"/>
            <a:ext cx="1514168" cy="53012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5211D-01D9-0958-0E48-E5995FD6511F}"/>
              </a:ext>
            </a:extLst>
          </p:cNvPr>
          <p:cNvSpPr txBox="1"/>
          <p:nvPr/>
        </p:nvSpPr>
        <p:spPr>
          <a:xfrm>
            <a:off x="196645" y="147484"/>
            <a:ext cx="5382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CubeSat Design Specification Rev. 14</a:t>
            </a:r>
          </a:p>
        </p:txBody>
      </p:sp>
    </p:spTree>
    <p:extLst>
      <p:ext uri="{BB962C8B-B14F-4D97-AF65-F5344CB8AC3E}">
        <p14:creationId xmlns:p14="http://schemas.microsoft.com/office/powerpoint/2010/main" val="245367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B10C5D-17C3-3C5A-275C-200FB4AE3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1" b="27337"/>
          <a:stretch>
            <a:fillRect/>
          </a:stretch>
        </p:blipFill>
        <p:spPr>
          <a:xfrm>
            <a:off x="9341802" y="0"/>
            <a:ext cx="2850198" cy="996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C30232-BFB5-2C21-467A-A6E5856BB15E}"/>
              </a:ext>
            </a:extLst>
          </p:cNvPr>
          <p:cNvSpPr txBox="1"/>
          <p:nvPr/>
        </p:nvSpPr>
        <p:spPr>
          <a:xfrm>
            <a:off x="196645" y="147484"/>
            <a:ext cx="4054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Optional Connector – 34 Pin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A4150A-A8D1-8274-C901-023DE19FC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5" y="1500461"/>
            <a:ext cx="6020472" cy="4597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A7C865-0D63-89E7-5DE4-1061DF1B2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975" y="1579711"/>
            <a:ext cx="3642451" cy="34478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5B8AE6-7BBA-6CF0-0654-3F01CE2D7D66}"/>
              </a:ext>
            </a:extLst>
          </p:cNvPr>
          <p:cNvSpPr txBox="1"/>
          <p:nvPr/>
        </p:nvSpPr>
        <p:spPr>
          <a:xfrm>
            <a:off x="196645" y="6178608"/>
            <a:ext cx="2728889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Harwin G125-324</a:t>
            </a:r>
            <a:r>
              <a:rPr lang="en-US" u="sng" dirty="0"/>
              <a:t>34</a:t>
            </a:r>
            <a:r>
              <a:rPr lang="en-US" dirty="0"/>
              <a:t>96M5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3E90C3-5A03-171E-9C8A-AB78DE67EA74}"/>
              </a:ext>
            </a:extLst>
          </p:cNvPr>
          <p:cNvCxnSpPr>
            <a:cxnSpLocks/>
          </p:cNvCxnSpPr>
          <p:nvPr/>
        </p:nvCxnSpPr>
        <p:spPr>
          <a:xfrm flipV="1">
            <a:off x="1554764" y="3966921"/>
            <a:ext cx="1366684" cy="220002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2A4EA53-654C-32C1-80AA-50FD4BF73EE5}"/>
              </a:ext>
            </a:extLst>
          </p:cNvPr>
          <p:cNvSpPr/>
          <p:nvPr/>
        </p:nvSpPr>
        <p:spPr>
          <a:xfrm>
            <a:off x="8775988" y="2537742"/>
            <a:ext cx="344130" cy="333094"/>
          </a:xfrm>
          <a:prstGeom prst="ellipse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5D1BA58-EB0A-5E94-46DC-C3D187C48573}"/>
              </a:ext>
            </a:extLst>
          </p:cNvPr>
          <p:cNvSpPr/>
          <p:nvPr/>
        </p:nvSpPr>
        <p:spPr>
          <a:xfrm>
            <a:off x="9783794" y="3618035"/>
            <a:ext cx="344130" cy="333094"/>
          </a:xfrm>
          <a:prstGeom prst="ellipse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435A69-7711-5052-6215-8B1D5CB57F03}"/>
              </a:ext>
            </a:extLst>
          </p:cNvPr>
          <p:cNvSpPr txBox="1"/>
          <p:nvPr/>
        </p:nvSpPr>
        <p:spPr>
          <a:xfrm>
            <a:off x="9681715" y="1131129"/>
            <a:ext cx="2083282" cy="369332"/>
          </a:xfrm>
          <a:prstGeom prst="rect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Minor interference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755CE7-9F8E-24FA-B45C-24AFDC07996A}"/>
              </a:ext>
            </a:extLst>
          </p:cNvPr>
          <p:cNvCxnSpPr>
            <a:cxnSpLocks/>
          </p:cNvCxnSpPr>
          <p:nvPr/>
        </p:nvCxnSpPr>
        <p:spPr>
          <a:xfrm flipH="1">
            <a:off x="9955859" y="1500461"/>
            <a:ext cx="88492" cy="203034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5D3BAA-5C32-8295-75D1-368E684FCF9E}"/>
              </a:ext>
            </a:extLst>
          </p:cNvPr>
          <p:cNvCxnSpPr>
            <a:cxnSpLocks/>
          </p:cNvCxnSpPr>
          <p:nvPr/>
        </p:nvCxnSpPr>
        <p:spPr>
          <a:xfrm flipH="1">
            <a:off x="9120118" y="1500461"/>
            <a:ext cx="924233" cy="101517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22B5C90-4A2B-CE24-F921-079DD5CF7820}"/>
              </a:ext>
            </a:extLst>
          </p:cNvPr>
          <p:cNvGrpSpPr/>
          <p:nvPr/>
        </p:nvGrpSpPr>
        <p:grpSpPr>
          <a:xfrm>
            <a:off x="5374019" y="129187"/>
            <a:ext cx="2003884" cy="2003884"/>
            <a:chOff x="1388806" y="351504"/>
            <a:chExt cx="4038600" cy="4038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026" name="Picture 2" descr="More Cowbell Decal &quot;More Cowbell&quot; Funny Bumper Sticker - Saturday Night  Live SNL Skit Quote With Free Magnetizer Will Ferrell Novelty">
              <a:extLst>
                <a:ext uri="{FF2B5EF4-FFF2-40B4-BE49-F238E27FC236}">
                  <a16:creationId xmlns:a16="http://schemas.microsoft.com/office/drawing/2014/main" id="{AF375993-242D-BB54-1B98-E34FE5E170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806" y="351504"/>
              <a:ext cx="4038600" cy="403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2379640-C3BE-2F6E-FF0B-E9904E8EB2C3}"/>
                </a:ext>
              </a:extLst>
            </p:cNvPr>
            <p:cNvSpPr/>
            <p:nvPr/>
          </p:nvSpPr>
          <p:spPr>
            <a:xfrm>
              <a:off x="1779639" y="3864077"/>
              <a:ext cx="1927122" cy="49161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PINS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28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4884</TotalTime>
  <Words>46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Fox Plus Mechanical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Robinson</dc:creator>
  <cp:lastModifiedBy>Andrew Robinson</cp:lastModifiedBy>
  <cp:revision>9</cp:revision>
  <dcterms:created xsi:type="dcterms:W3CDTF">2024-12-18T22:27:28Z</dcterms:created>
  <dcterms:modified xsi:type="dcterms:W3CDTF">2026-02-19T02:00:46Z</dcterms:modified>
</cp:coreProperties>
</file>