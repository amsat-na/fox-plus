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0" r:id="rId4"/>
    <p:sldId id="259" r:id="rId5"/>
    <p:sldId id="258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D9D1-BB6A-9CB3-9533-144C6E1FD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849C6-D527-B507-FADE-75D525CA8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D21F0-CAD9-9F5E-D7E8-74B65AF9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AADBC-6F0C-4494-8C03-0822F91D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0EFDE-9251-F7F7-44D2-17EC9AED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6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7CC4-216A-A683-CD8C-ADBEAB0F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39946-9F94-3C5B-24EE-AF40A706B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F1D0-94C8-E4C5-A94B-FB4B432D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74971-9399-8EC8-3768-C5771072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73081-D367-A27B-1F6B-75CD2A3B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7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CD21-577F-71B2-E6C0-61D85D274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D6CB8-4432-EF02-ECB2-6AE6D6242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0291A-9CFB-EBFC-4018-9FFB2FAD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164B5-898C-4A0A-B431-8E113B75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87F94-5521-4F0A-4F3E-9FF77F24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8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5F8A-C004-E9F9-91BF-CEBC09C5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0AA37-9692-4CA7-BCF1-C1D66EBD1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B6642-2BCF-9CC0-BA43-B08169734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943C4-369A-E8ED-53FF-C44F059AC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E8F72-C183-66D9-8C85-14EADCEF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15035-20F2-1E06-C990-E310B9A4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0C7-ED52-CC80-2768-8F336F423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657DB-F1AB-9509-C19F-29E7E395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FB91B-D642-D99A-F618-0D63FA06F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B69D7-1121-F170-DE98-CB2D1CAF5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728A6-1EBB-1FA3-9FC7-82C6E582B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556107-69A3-D02E-DC60-DEF7A087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B58A1-7A19-B7ED-1D4C-CE9404AD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65657-1917-5D96-98F2-2A8A58A1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44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D629-36D9-5874-8459-EA627209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630F6-99ED-4C6C-B379-9E70B048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0FC73-5ACC-36C2-F4A0-377F634F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63A6A-422C-D792-0D5D-D0185AA0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21923-AB5B-A6B9-EBCE-E94FA9D1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2652B-053E-AEFD-2251-355E5E8C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EFF1-906B-62A6-5C97-C8FC8A23A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83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6D15-A20C-46E3-D11B-B005C276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5AD5C-AF84-17F8-26D4-2662702A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E340D-CCBA-0E0B-E643-297CAEB85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C37BE-9D74-FC7E-DF6D-654AB3283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A2E13-054E-58BE-2543-35079059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C58FC-BAA0-16D9-4533-117B72C4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2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A65E-D2A1-8BF6-4C5B-CA097182B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F2A57-330B-4F32-13D6-6DF21FAA3A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5D93A-C96F-42F7-626F-8993D8BE8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7D876-26ED-AB55-1D8C-B2D2F35C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8E50-0BC4-5840-04D2-E4EAF5E4D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56C66-9B0B-EAE4-57D7-C9FEA493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6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3777-36FF-520F-0BF9-F9AEF41E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640CD-07D7-8D34-C89E-22C11627C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1D8ED-FEC8-B9BF-CA2E-689688086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394DE-6D30-9808-C5BF-0B993A59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A089E-D6C9-EBA3-BBF8-7ED43B40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D8FA33-283D-D45A-A424-550007421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A454C-A7CF-4F68-FDDC-F82165B79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887B-AD7C-6F27-6C54-6FAD5858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5411B-0F02-E438-27F7-754C0FB7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2C032-46C2-CD96-E307-15639C79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4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0E12C-806C-2CDC-A599-3907C3F0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72FC9-3128-05D2-7DE8-1CEA01404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8798-0CDA-101A-0128-94CA2FF4D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B70BD-F939-4D2B-9A87-127DD8365FA7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A35B1-646A-E80D-9121-0A7696FF9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DF856-45D5-854B-95AB-D7E1688B0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C5EA2-AFC0-4B66-9578-C4103C049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0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22CE1E-EFF8-8D14-EBB3-D02FB249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4" y="1122259"/>
            <a:ext cx="5375276" cy="4613481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362CD9F1-F98F-246D-49C5-618D13CF9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0351" y="5451656"/>
            <a:ext cx="1734544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ISISpace AntS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81BFF07-059B-B0EB-0B27-7897A8AF1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3308" y="4848069"/>
            <a:ext cx="3982815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ISISpace Power Battery Pack (PBP)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50F56CA-A775-CA8E-712A-D546AD536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3963" y="4292465"/>
            <a:ext cx="3834576" cy="3785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 dirty="0"/>
              <a:t>FOX-ME-203 Mechanical Adapter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577461E-B64C-FF5F-8451-61E5A1E4C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0461" y="3601644"/>
            <a:ext cx="745620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RXTX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782FF1D3-91C6-84B9-A7B2-31CAB4F58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174" y="3081805"/>
            <a:ext cx="585341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ICR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476CD8D-3066-5106-0A93-978A2BC89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1620" y="2562760"/>
            <a:ext cx="736003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LIHU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311E0D5-1A09-C2FB-4EE5-F6C1E919E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3963" y="1492556"/>
            <a:ext cx="4241187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ISISpace Power Integration Unit (PIU)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7938B7E5-8651-D78B-600D-CFAD891D9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079" y="973510"/>
            <a:ext cx="2277634" cy="37851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/>
              <a:t>ISISpace 1U Frame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7A3AF-168C-63DF-28E9-AE1EDF51B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870" y="2012370"/>
            <a:ext cx="4603440" cy="3785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3000"/>
              </a:lnSpc>
              <a:spcBef>
                <a:spcPts val="25"/>
              </a:spcBef>
              <a:spcAft>
                <a:spcPts val="25"/>
              </a:spcAft>
              <a:buClr>
                <a:srgbClr val="000000"/>
              </a:buClr>
              <a:buSzPct val="100000"/>
            </a:pPr>
            <a:r>
              <a:rPr lang="en-US" altLang="en-US" sz="2000" dirty="0"/>
              <a:t>FOX-ME-204 Power Signal Adapter (PSA)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D463F1-6C2D-BFA1-4D92-942E64F92CF1}"/>
              </a:ext>
            </a:extLst>
          </p:cNvPr>
          <p:cNvCxnSpPr>
            <a:cxnSpLocks/>
            <a:stCxn id="5" idx="1"/>
          </p:cNvCxnSpPr>
          <p:nvPr/>
        </p:nvCxnSpPr>
        <p:spPr bwMode="auto">
          <a:xfrm flipH="1" flipV="1">
            <a:off x="5206007" y="5262398"/>
            <a:ext cx="1754344" cy="378516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AABD40-A1B6-8D4B-D9F6-7FB738D78417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 flipH="1" flipV="1">
            <a:off x="5315846" y="4427358"/>
            <a:ext cx="1697462" cy="609969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581C5C-9B71-60DB-42C0-E6A0ED393CB8}"/>
              </a:ext>
            </a:extLst>
          </p:cNvPr>
          <p:cNvCxnSpPr>
            <a:cxnSpLocks/>
            <a:stCxn id="7" idx="1"/>
          </p:cNvCxnSpPr>
          <p:nvPr/>
        </p:nvCxnSpPr>
        <p:spPr bwMode="auto">
          <a:xfrm flipH="1" flipV="1">
            <a:off x="5206007" y="3843261"/>
            <a:ext cx="1797956" cy="638487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0A4436-02F3-D500-E0E0-8CEAFBE6BE65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flipH="1" flipV="1">
            <a:off x="4890321" y="3600850"/>
            <a:ext cx="2240140" cy="190052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C9B592-200A-5894-E96D-6757810C213A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flipH="1">
            <a:off x="4890321" y="3271063"/>
            <a:ext cx="2198853" cy="21022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750B5A-14BA-3FDD-D06D-129E27BD01C3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H="1">
            <a:off x="4782516" y="2752018"/>
            <a:ext cx="2309104" cy="244417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7FB78F-26AA-3B7A-7D1C-C16015A256EA}"/>
              </a:ext>
            </a:extLst>
          </p:cNvPr>
          <p:cNvCxnSpPr>
            <a:cxnSpLocks/>
            <a:stCxn id="13" idx="1"/>
          </p:cNvCxnSpPr>
          <p:nvPr/>
        </p:nvCxnSpPr>
        <p:spPr bwMode="auto">
          <a:xfrm flipH="1">
            <a:off x="3888835" y="2201653"/>
            <a:ext cx="2873035" cy="519045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7D31E7-27C4-345A-A6E8-DB51D2143105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flipH="1">
            <a:off x="4672607" y="1681814"/>
            <a:ext cx="2331356" cy="519839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D54176-3A53-4126-5770-6AF18D2E355B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flipH="1">
            <a:off x="5706750" y="1162768"/>
            <a:ext cx="1162329" cy="460452"/>
          </a:xfrm>
          <a:prstGeom prst="straightConnector1">
            <a:avLst/>
          </a:prstGeom>
          <a:ln>
            <a:headEnd type="none" w="med" len="med"/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99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F93E-2387-50A2-3B74-FFDF8B4EC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25D2C0-A892-A535-81BC-F34780BBDF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94" r="3550"/>
          <a:stretch>
            <a:fillRect/>
          </a:stretch>
        </p:blipFill>
        <p:spPr>
          <a:xfrm>
            <a:off x="68824" y="2872709"/>
            <a:ext cx="2965451" cy="2425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01ECFD-6302-0277-356C-A62FAB847D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7" r="2239"/>
          <a:stretch>
            <a:fillRect/>
          </a:stretch>
        </p:blipFill>
        <p:spPr>
          <a:xfrm>
            <a:off x="3138740" y="3215120"/>
            <a:ext cx="2832101" cy="20718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E2F1B0-BBD9-1707-F658-344DFA92FA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0" r="1806"/>
          <a:stretch>
            <a:fillRect/>
          </a:stretch>
        </p:blipFill>
        <p:spPr>
          <a:xfrm>
            <a:off x="6075307" y="2476195"/>
            <a:ext cx="2965450" cy="2821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C9DCD8-5A5A-773E-302B-46560F902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818" y="2366894"/>
            <a:ext cx="2902453" cy="293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8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ABC1-252D-2AEB-5B51-E7E357CF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F26CDC-DE5B-9E2B-9EC0-9679D9148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11" y="813875"/>
            <a:ext cx="4837054" cy="5230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30FD9D-063A-A4CC-B8A8-3D131D8BB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969" y="911747"/>
            <a:ext cx="5018314" cy="503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7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C900-6CA0-7E51-32A9-DF2F48686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A6FF3-FCB5-0798-249B-B7FAA9375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909" y="1367961"/>
            <a:ext cx="4500182" cy="412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9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4C89-22D9-680B-1938-59915551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quare object on a white stand&#10;&#10;AI-generated content may be incorrect.">
            <a:extLst>
              <a:ext uri="{FF2B5EF4-FFF2-40B4-BE49-F238E27FC236}">
                <a16:creationId xmlns:a16="http://schemas.microsoft.com/office/drawing/2014/main" id="{E54F41A7-5015-57BB-6394-F1EACA0AB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8" t="13626" r="5507" b="7651"/>
          <a:stretch>
            <a:fillRect/>
          </a:stretch>
        </p:blipFill>
        <p:spPr>
          <a:xfrm>
            <a:off x="457200" y="562232"/>
            <a:ext cx="4880919" cy="57335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D6AE46-2539-CF9C-AAAF-D81EBCD6B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51" y="562232"/>
            <a:ext cx="4300152" cy="573353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748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D396-DB96-0332-1EC1-7A59407C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1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2906-B990-4B30-8C21-F98009C0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17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ACF95-6A1B-AD6D-90E1-11D15A57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433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32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Robinson</dc:creator>
  <cp:lastModifiedBy>Andrew Robinson</cp:lastModifiedBy>
  <cp:revision>1</cp:revision>
  <dcterms:created xsi:type="dcterms:W3CDTF">2026-07-25T13:23:49Z</dcterms:created>
  <dcterms:modified xsi:type="dcterms:W3CDTF">2026-07-25T21:29:59Z</dcterms:modified>
</cp:coreProperties>
</file>